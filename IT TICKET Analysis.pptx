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9"/>
  </p:notesMasterIdLst>
  <p:handoutMasterIdLst>
    <p:handoutMasterId r:id="rId30"/>
  </p:handoutMasterIdLst>
  <p:sldIdLst>
    <p:sldId id="292" r:id="rId5"/>
    <p:sldId id="276" r:id="rId6"/>
    <p:sldId id="300" r:id="rId7"/>
    <p:sldId id="310" r:id="rId8"/>
    <p:sldId id="259" r:id="rId9"/>
    <p:sldId id="277" r:id="rId10"/>
    <p:sldId id="293" r:id="rId11"/>
    <p:sldId id="312" r:id="rId12"/>
    <p:sldId id="313" r:id="rId13"/>
    <p:sldId id="302" r:id="rId14"/>
    <p:sldId id="301" r:id="rId15"/>
    <p:sldId id="303" r:id="rId16"/>
    <p:sldId id="304" r:id="rId17"/>
    <p:sldId id="305" r:id="rId18"/>
    <p:sldId id="306" r:id="rId19"/>
    <p:sldId id="307" r:id="rId20"/>
    <p:sldId id="284" r:id="rId21"/>
    <p:sldId id="298" r:id="rId22"/>
    <p:sldId id="314" r:id="rId23"/>
    <p:sldId id="315" r:id="rId24"/>
    <p:sldId id="316" r:id="rId25"/>
    <p:sldId id="288" r:id="rId26"/>
    <p:sldId id="294" r:id="rId27"/>
    <p:sldId id="289"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446992"/>
    <a:srgbClr val="AEC2D8"/>
    <a:srgbClr val="98432A"/>
    <a:srgbClr val="D84400"/>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1536"/>
        <p:guide pos="31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microsoft.com/office/2018/10/relationships/authors" Target="author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4/20/2026</a:t>
            </a:fld>
            <a:endParaRPr lang="en-US"/>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A894A48D-3417-BE20-3062-A3660969046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9" name="Slide Image Placeholder 8">
            <a:extLst>
              <a:ext uri="{FF2B5EF4-FFF2-40B4-BE49-F238E27FC236}">
                <a16:creationId xmlns:a16="http://schemas.microsoft.com/office/drawing/2014/main" id="{AC9ED954-709D-51DC-3EA0-0E06FE1D72A5}"/>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a:extLst>
              <a:ext uri="{FF2B5EF4-FFF2-40B4-BE49-F238E27FC236}">
                <a16:creationId xmlns:a16="http://schemas.microsoft.com/office/drawing/2014/main" id="{1F57F2FB-2942-7663-E6DB-E3A976549D53}"/>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1" name="Date Placeholder 10">
            <a:extLst>
              <a:ext uri="{FF2B5EF4-FFF2-40B4-BE49-F238E27FC236}">
                <a16:creationId xmlns:a16="http://schemas.microsoft.com/office/drawing/2014/main" id="{ED31FE42-8AA6-DC9C-5EE7-8737143C1DDB}"/>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58D246-FB21-4ACB-9068-6447CC7872F8}" type="datetimeFigureOut">
              <a:rPr lang="en-US" smtClean="0"/>
              <a:t>4/20/2026</a:t>
            </a:fld>
            <a:endParaRPr lang="en-US"/>
          </a:p>
        </p:txBody>
      </p:sp>
      <p:sp>
        <p:nvSpPr>
          <p:cNvPr id="12" name="Notes Placeholder 11">
            <a:extLst>
              <a:ext uri="{FF2B5EF4-FFF2-40B4-BE49-F238E27FC236}">
                <a16:creationId xmlns:a16="http://schemas.microsoft.com/office/drawing/2014/main" id="{5F659C92-43C4-05C5-9170-5CF256AF9975}"/>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74923A81-0599-8ECF-BDF0-A4898D46829C}"/>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BF3159-94EB-4F6B-8273-09F1A6B019E6}" type="slidenum">
              <a:rPr lang="en-US" smtClean="0"/>
              <a:t>‹#›</a:t>
            </a:fld>
            <a:endParaRPr lang="en-US"/>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a:p>
        </p:txBody>
      </p:sp>
    </p:spTree>
    <p:extLst>
      <p:ext uri="{BB962C8B-B14F-4D97-AF65-F5344CB8AC3E}">
        <p14:creationId xmlns:p14="http://schemas.microsoft.com/office/powerpoint/2010/main" val="3712883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2</a:t>
            </a:fld>
            <a:endParaRPr lang="en-US" altLang="zh-CN" noProof="0"/>
          </a:p>
        </p:txBody>
      </p:sp>
    </p:spTree>
    <p:extLst>
      <p:ext uri="{BB962C8B-B14F-4D97-AF65-F5344CB8AC3E}">
        <p14:creationId xmlns:p14="http://schemas.microsoft.com/office/powerpoint/2010/main" val="32358183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6</a:t>
            </a:fld>
            <a:endParaRPr lang="en-US" altLang="zh-CN" noProof="0"/>
          </a:p>
        </p:txBody>
      </p:sp>
    </p:spTree>
    <p:extLst>
      <p:ext uri="{BB962C8B-B14F-4D97-AF65-F5344CB8AC3E}">
        <p14:creationId xmlns:p14="http://schemas.microsoft.com/office/powerpoint/2010/main" val="9613866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7</a:t>
            </a:fld>
            <a:endParaRPr lang="en-US" altLang="zh-CN" noProof="0"/>
          </a:p>
        </p:txBody>
      </p:sp>
    </p:spTree>
    <p:extLst>
      <p:ext uri="{BB962C8B-B14F-4D97-AF65-F5344CB8AC3E}">
        <p14:creationId xmlns:p14="http://schemas.microsoft.com/office/powerpoint/2010/main" val="18890564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5F275-01A9-9D2D-24E7-38F49E1CC6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0B2684-4308-F486-AEF3-6E4CDB5EFAAD}"/>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3A773B40-9A34-84EB-C2A9-CD0C30072DA9}"/>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37A798C1-36B9-362B-EE0B-82E8525D1555}"/>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8</a:t>
            </a:fld>
            <a:endParaRPr lang="en-US" altLang="zh-CN" noProof="0"/>
          </a:p>
        </p:txBody>
      </p:sp>
    </p:spTree>
    <p:extLst>
      <p:ext uri="{BB962C8B-B14F-4D97-AF65-F5344CB8AC3E}">
        <p14:creationId xmlns:p14="http://schemas.microsoft.com/office/powerpoint/2010/main" val="16370996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BCCFC-EA95-A088-27FA-32AC950175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E06A07-C6A4-DE93-581F-3BDB3BA64F2E}"/>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9EF19FBB-97A1-7FAF-6497-6F17913FEB08}"/>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D2EF88F3-9A11-0792-8507-20AE51D4715A}"/>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9</a:t>
            </a:fld>
            <a:endParaRPr lang="en-US" altLang="zh-CN" noProof="0"/>
          </a:p>
        </p:txBody>
      </p:sp>
    </p:spTree>
    <p:extLst>
      <p:ext uri="{BB962C8B-B14F-4D97-AF65-F5344CB8AC3E}">
        <p14:creationId xmlns:p14="http://schemas.microsoft.com/office/powerpoint/2010/main" val="18596853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7856C-4FC2-CF01-4870-5619D98BBA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C2F505-1E46-5644-ECD1-D2DDE2637CF7}"/>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E5144E52-4736-CD98-98BD-0346F653605E}"/>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626FE041-C6A7-25A1-EED5-A0DE14B48085}"/>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10</a:t>
            </a:fld>
            <a:endParaRPr lang="en-US" altLang="zh-CN" noProof="0"/>
          </a:p>
        </p:txBody>
      </p:sp>
    </p:spTree>
    <p:extLst>
      <p:ext uri="{BB962C8B-B14F-4D97-AF65-F5344CB8AC3E}">
        <p14:creationId xmlns:p14="http://schemas.microsoft.com/office/powerpoint/2010/main" val="40367788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EEA5E-E971-2CB8-30CF-CFF5FB2F64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1CDDD3-EC9C-42A0-3B50-E10728456C22}"/>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7A09BD0C-0B32-99AF-BD31-4FF3AE85CC0F}"/>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0C444544-44AF-D127-7C56-EB13AD4CFD62}"/>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11</a:t>
            </a:fld>
            <a:endParaRPr lang="en-US" altLang="zh-CN" noProof="0"/>
          </a:p>
        </p:txBody>
      </p:sp>
    </p:spTree>
    <p:extLst>
      <p:ext uri="{BB962C8B-B14F-4D97-AF65-F5344CB8AC3E}">
        <p14:creationId xmlns:p14="http://schemas.microsoft.com/office/powerpoint/2010/main" val="1957983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6975A-7533-3BCD-365E-2851492799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303862-1A6C-1FE3-7DC5-FD2489436329}"/>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37322124-D444-8709-4293-C4D3D3FE1B32}"/>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9A4387DB-541A-9A1D-AF88-1B004A5E38B7}"/>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12</a:t>
            </a:fld>
            <a:endParaRPr lang="en-US" altLang="zh-CN" noProof="0"/>
          </a:p>
        </p:txBody>
      </p:sp>
    </p:spTree>
    <p:extLst>
      <p:ext uri="{BB962C8B-B14F-4D97-AF65-F5344CB8AC3E}">
        <p14:creationId xmlns:p14="http://schemas.microsoft.com/office/powerpoint/2010/main" val="2952440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2D9C7-011F-E60D-2F12-9E1201F1AD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66C35E-35E2-FA65-C337-2688EB67F517}"/>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F25B1896-319B-1C9A-F890-0EA439CD07DF}"/>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179C2699-838C-A448-6E30-9BF88ADA8056}"/>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13</a:t>
            </a:fld>
            <a:endParaRPr lang="en-US" altLang="zh-CN" noProof="0"/>
          </a:p>
        </p:txBody>
      </p:sp>
    </p:spTree>
    <p:extLst>
      <p:ext uri="{BB962C8B-B14F-4D97-AF65-F5344CB8AC3E}">
        <p14:creationId xmlns:p14="http://schemas.microsoft.com/office/powerpoint/2010/main" val="21182150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A9D3A-2FA8-421C-99EE-668560745B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FE047-5B39-25AE-924D-91BB04ACFBCE}"/>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DC100D90-6F67-FDCB-2CA5-6D0FC7B8C72D}"/>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2CA4148D-DC3F-6302-FE38-134B91D63709}"/>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14</a:t>
            </a:fld>
            <a:endParaRPr lang="en-US" altLang="zh-CN" noProof="0"/>
          </a:p>
        </p:txBody>
      </p:sp>
    </p:spTree>
    <p:extLst>
      <p:ext uri="{BB962C8B-B14F-4D97-AF65-F5344CB8AC3E}">
        <p14:creationId xmlns:p14="http://schemas.microsoft.com/office/powerpoint/2010/main" val="42652399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9765B-0701-9ABC-AA07-EDAD7A5CC3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7885A2-4D51-C50C-4B68-383068708AC8}"/>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6E8B0043-4643-2E43-7605-A3A671E6C25D}"/>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99F85E4F-57D1-DD07-59C6-C7BDEF2745C2}"/>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15</a:t>
            </a:fld>
            <a:endParaRPr lang="en-US" altLang="zh-CN" noProof="0"/>
          </a:p>
        </p:txBody>
      </p:sp>
    </p:spTree>
    <p:extLst>
      <p:ext uri="{BB962C8B-B14F-4D97-AF65-F5344CB8AC3E}">
        <p14:creationId xmlns:p14="http://schemas.microsoft.com/office/powerpoint/2010/main" val="40462838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CB042-C4AC-B989-B086-A36202B8CF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0D7E0B-8EDC-D1DE-D7D8-93E56F8190A5}"/>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E68A5B1A-1534-BC56-7A3B-B70EB761F519}"/>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E68B1BC8-C1EC-9669-59EF-A4FEF795C444}"/>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16</a:t>
            </a:fld>
            <a:endParaRPr lang="en-US" altLang="zh-CN" noProof="0"/>
          </a:p>
        </p:txBody>
      </p:sp>
    </p:spTree>
    <p:extLst>
      <p:ext uri="{BB962C8B-B14F-4D97-AF65-F5344CB8AC3E}">
        <p14:creationId xmlns:p14="http://schemas.microsoft.com/office/powerpoint/2010/main" val="25403268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17</a:t>
            </a:fld>
            <a:endParaRPr lang="en-US" altLang="zh-CN" noProof="0"/>
          </a:p>
        </p:txBody>
      </p:sp>
    </p:spTree>
    <p:extLst>
      <p:ext uri="{BB962C8B-B14F-4D97-AF65-F5344CB8AC3E}">
        <p14:creationId xmlns:p14="http://schemas.microsoft.com/office/powerpoint/2010/main" val="34844979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C6F12-EEAF-B85A-AB39-1A5528955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A5F6AA-6311-4A9F-9ADF-C80E970B5694}"/>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28D7F0F5-789D-B8A0-DE8F-C1FF91E533C1}"/>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E730C95B-579E-3699-2D76-E6F71E18020A}"/>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18</a:t>
            </a:fld>
            <a:endParaRPr lang="en-US" altLang="zh-CN"/>
          </a:p>
        </p:txBody>
      </p:sp>
    </p:spTree>
    <p:extLst>
      <p:ext uri="{BB962C8B-B14F-4D97-AF65-F5344CB8AC3E}">
        <p14:creationId xmlns:p14="http://schemas.microsoft.com/office/powerpoint/2010/main" val="37034127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BC253-F31D-BDA7-F80A-E9466BC83E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228662-2C8B-93BE-D64C-46BF791B7CEC}"/>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49AF2481-5E8D-A59B-75D5-CBFD9721581A}"/>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F36219D1-ABD7-EC43-198A-709C9572837C}"/>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19</a:t>
            </a:fld>
            <a:endParaRPr lang="en-US" altLang="zh-CN"/>
          </a:p>
        </p:txBody>
      </p:sp>
    </p:spTree>
    <p:extLst>
      <p:ext uri="{BB962C8B-B14F-4D97-AF65-F5344CB8AC3E}">
        <p14:creationId xmlns:p14="http://schemas.microsoft.com/office/powerpoint/2010/main" val="24519070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1754A-3B89-E020-2264-B6B7DE193E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EA3CA4-10AD-F74D-E829-69E4A1BAF496}"/>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1D6BE23E-011B-E2CC-9E00-8F9978F74D82}"/>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E1C62A0D-3544-51E3-87D7-0AAAFECCCB8D}"/>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20</a:t>
            </a:fld>
            <a:endParaRPr lang="en-US" altLang="zh-CN"/>
          </a:p>
        </p:txBody>
      </p:sp>
    </p:spTree>
    <p:extLst>
      <p:ext uri="{BB962C8B-B14F-4D97-AF65-F5344CB8AC3E}">
        <p14:creationId xmlns:p14="http://schemas.microsoft.com/office/powerpoint/2010/main" val="38947126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BF8FC-9786-85D7-96EA-F02937115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47FC41-D5F7-D9ED-EB6E-5FF23111B835}"/>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12C383C3-7E73-2221-D86E-8CDDE47D7BC5}"/>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054796EB-9C23-F425-20BC-68FECADFC318}"/>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21</a:t>
            </a:fld>
            <a:endParaRPr lang="en-US" altLang="zh-CN"/>
          </a:p>
        </p:txBody>
      </p:sp>
    </p:spTree>
    <p:extLst>
      <p:ext uri="{BB962C8B-B14F-4D97-AF65-F5344CB8AC3E}">
        <p14:creationId xmlns:p14="http://schemas.microsoft.com/office/powerpoint/2010/main" val="8885990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22</a:t>
            </a:fld>
            <a:endParaRPr lang="en-US" altLang="zh-CN" noProof="0"/>
          </a:p>
        </p:txBody>
      </p:sp>
    </p:spTree>
    <p:extLst>
      <p:ext uri="{BB962C8B-B14F-4D97-AF65-F5344CB8AC3E}">
        <p14:creationId xmlns:p14="http://schemas.microsoft.com/office/powerpoint/2010/main" val="29793020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23</a:t>
            </a:fld>
            <a:endParaRPr lang="en-US" altLang="zh-CN" noProof="0"/>
          </a:p>
        </p:txBody>
      </p:sp>
    </p:spTree>
    <p:extLst>
      <p:ext uri="{BB962C8B-B14F-4D97-AF65-F5344CB8AC3E}">
        <p14:creationId xmlns:p14="http://schemas.microsoft.com/office/powerpoint/2010/main" val="7993361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24</a:t>
            </a:fld>
            <a:endParaRPr lang="en-US" altLang="zh-CN" noProof="0"/>
          </a:p>
        </p:txBody>
      </p:sp>
    </p:spTree>
    <p:extLst>
      <p:ext uri="{BB962C8B-B14F-4D97-AF65-F5344CB8AC3E}">
        <p14:creationId xmlns:p14="http://schemas.microsoft.com/office/powerpoint/2010/main" val="30776703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3">
            <a:alpha val="20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484764" y="1986926"/>
            <a:ext cx="5257793" cy="2057441"/>
          </a:xfrm>
        </p:spPr>
        <p:txBody>
          <a:bodyPr>
            <a:noAutofit/>
          </a:bodyPr>
          <a:lstStyle/>
          <a:p>
            <a:r>
              <a:rPr lang="en-US" noProof="0"/>
              <a:t>Click to edit Master title style</a:t>
            </a:r>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509005"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hasCustomPrompt="1"/>
          </p:nvPr>
        </p:nvSpPr>
        <p:spPr>
          <a:xfrm>
            <a:off x="1601366" y="4172084"/>
            <a:ext cx="1570612" cy="760288"/>
          </a:xfrm>
          <a:prstGeom prst="rect">
            <a:avLst/>
          </a:prstGeom>
        </p:spPr>
        <p:txBody>
          <a:bodyPr>
            <a:noAutofit/>
          </a:bodyPr>
          <a:lstStyle>
            <a:lvl1pPr marL="0" indent="0">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noProof="0"/>
              <a:t>Click to edit Master title style </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accent6"/>
                </a:solidFill>
              </a:defRPr>
            </a:lvl1pPr>
          </a:lstStyle>
          <a:p>
            <a:r>
              <a:rPr lang="en-US" altLang="zh-CN" noProof="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3"/>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512572" y="3435545"/>
            <a:ext cx="4253399" cy="1740114"/>
          </a:xfrm>
        </p:spPr>
        <p:txBody>
          <a:bodyPr>
            <a:noAutofit/>
          </a:bodyPr>
          <a:lstStyle>
            <a:lvl1pPr>
              <a:defRPr>
                <a:solidFill>
                  <a:schemeClr val="accent6"/>
                </a:solidFill>
              </a:defRPr>
            </a:lvl1pPr>
          </a:lstStyle>
          <a:p>
            <a:r>
              <a:rPr lang="en-US"/>
              <a:t>Click to edit Master title style</a:t>
            </a:r>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a:p>
        </p:txBody>
      </p:sp>
      <p:sp>
        <p:nvSpPr>
          <p:cNvPr id="14" name="Freeform: Shape 13">
            <a:extLst>
              <a:ext uri="{FF2B5EF4-FFF2-40B4-BE49-F238E27FC236}">
                <a16:creationId xmlns:a16="http://schemas.microsoft.com/office/drawing/2014/main" id="{70174533-8C0E-4E82-A582-891A0555FA1F}"/>
              </a:ext>
            </a:extLst>
          </p:cNvPr>
          <p:cNvSpPr/>
          <p:nvPr userDrawn="1"/>
        </p:nvSpPr>
        <p:spPr>
          <a:xfrm>
            <a:off x="7328126" y="231031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a:p>
        </p:txBody>
      </p:sp>
      <p:sp>
        <p:nvSpPr>
          <p:cNvPr id="15" name="Freeform: Shape 14">
            <a:extLst>
              <a:ext uri="{FF2B5EF4-FFF2-40B4-BE49-F238E27FC236}">
                <a16:creationId xmlns:a16="http://schemas.microsoft.com/office/drawing/2014/main" id="{071E3938-A754-4D49-B509-249EE9BD83AB}"/>
              </a:ext>
            </a:extLst>
          </p:cNvPr>
          <p:cNvSpPr/>
          <p:nvPr userDrawn="1"/>
        </p:nvSpPr>
        <p:spPr>
          <a:xfrm>
            <a:off x="8375472" y="409533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a:p>
        </p:txBody>
      </p:sp>
      <p:sp>
        <p:nvSpPr>
          <p:cNvPr id="24" name="Content placeholder 47" descr="Click icon to add picture">
            <a:extLst>
              <a:ext uri="{FF2B5EF4-FFF2-40B4-BE49-F238E27FC236}">
                <a16:creationId xmlns:a16="http://schemas.microsoft.com/office/drawing/2014/main" id="{5414CF94-2913-4AE7-AAC3-3D61FE742888}"/>
              </a:ext>
            </a:extLst>
          </p:cNvPr>
          <p:cNvSpPr>
            <a:spLocks noGrp="1"/>
          </p:cNvSpPr>
          <p:nvPr>
            <p:ph type="body" sz="quarter" idx="28" hasCustomPrompt="1"/>
          </p:nvPr>
        </p:nvSpPr>
        <p:spPr>
          <a:xfrm>
            <a:off x="6274027" y="1076241"/>
            <a:ext cx="1913128" cy="1054727"/>
          </a:xfrm>
          <a:prstGeom prst="rect">
            <a:avLst/>
          </a:prstGeom>
        </p:spPr>
        <p:txBody>
          <a:bodyPr anchor="ctr">
            <a:noAutofit/>
          </a:bodyPr>
          <a:lstStyle>
            <a:lvl1pPr marL="0" indent="0" algn="ctr">
              <a:lnSpc>
                <a:spcPct val="100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a:t>Click to edit</a:t>
            </a:r>
            <a:r>
              <a:rPr lang="zh-CN" altLang="en-US"/>
              <a:t> </a:t>
            </a:r>
            <a:r>
              <a:rPr lang="en-US" altLang="zh-CN"/>
              <a:t>Master title style </a:t>
            </a:r>
          </a:p>
        </p:txBody>
      </p:sp>
      <p:sp>
        <p:nvSpPr>
          <p:cNvPr id="26" name="Content placeholder 47" descr="Click icon to add picture">
            <a:extLst>
              <a:ext uri="{FF2B5EF4-FFF2-40B4-BE49-F238E27FC236}">
                <a16:creationId xmlns:a16="http://schemas.microsoft.com/office/drawing/2014/main" id="{3CE3485A-395E-4C5F-A00F-D230FF7CFB93}"/>
              </a:ext>
            </a:extLst>
          </p:cNvPr>
          <p:cNvSpPr>
            <a:spLocks noGrp="1"/>
          </p:cNvSpPr>
          <p:nvPr>
            <p:ph type="body" sz="quarter" idx="29" hasCustomPrompt="1"/>
          </p:nvPr>
        </p:nvSpPr>
        <p:spPr>
          <a:xfrm>
            <a:off x="8375472" y="1076241"/>
            <a:ext cx="1904890" cy="1054728"/>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a:t>Click to edit </a:t>
            </a:r>
            <a:r>
              <a:rPr lang="zh-CN" altLang="en-US"/>
              <a:t> </a:t>
            </a:r>
            <a:r>
              <a:rPr lang="en-US" altLang="zh-CN"/>
              <a:t>Master title style </a:t>
            </a:r>
          </a:p>
        </p:txBody>
      </p:sp>
      <p:sp>
        <p:nvSpPr>
          <p:cNvPr id="33" name="Content placeholder 47" descr="Click icon to add picture">
            <a:extLst>
              <a:ext uri="{FF2B5EF4-FFF2-40B4-BE49-F238E27FC236}">
                <a16:creationId xmlns:a16="http://schemas.microsoft.com/office/drawing/2014/main" id="{6A8DFBFF-5B07-49C6-ADB8-341FCD1E7531}"/>
              </a:ext>
            </a:extLst>
          </p:cNvPr>
          <p:cNvSpPr>
            <a:spLocks noGrp="1"/>
          </p:cNvSpPr>
          <p:nvPr>
            <p:ph type="body" sz="quarter" idx="30" hasCustomPrompt="1"/>
          </p:nvPr>
        </p:nvSpPr>
        <p:spPr>
          <a:xfrm>
            <a:off x="7321949" y="2844725"/>
            <a:ext cx="1914694" cy="108919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34" name="Content placeholder 47" descr="Click icon to add picture">
            <a:extLst>
              <a:ext uri="{FF2B5EF4-FFF2-40B4-BE49-F238E27FC236}">
                <a16:creationId xmlns:a16="http://schemas.microsoft.com/office/drawing/2014/main" id="{1AC7F192-CFC3-470A-9467-330212C6F52D}"/>
              </a:ext>
            </a:extLst>
          </p:cNvPr>
          <p:cNvSpPr>
            <a:spLocks noGrp="1"/>
          </p:cNvSpPr>
          <p:nvPr>
            <p:ph type="body" sz="quarter" idx="31" hasCustomPrompt="1"/>
          </p:nvPr>
        </p:nvSpPr>
        <p:spPr>
          <a:xfrm>
            <a:off x="9409651" y="2826795"/>
            <a:ext cx="1913128" cy="110712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35" name="Content placeholder 47" descr="Click icon to add picture">
            <a:extLst>
              <a:ext uri="{FF2B5EF4-FFF2-40B4-BE49-F238E27FC236}">
                <a16:creationId xmlns:a16="http://schemas.microsoft.com/office/drawing/2014/main" id="{A5D53FF3-B0CD-4D31-9128-2D2E0E89F09C}"/>
              </a:ext>
            </a:extLst>
          </p:cNvPr>
          <p:cNvSpPr>
            <a:spLocks noGrp="1"/>
          </p:cNvSpPr>
          <p:nvPr>
            <p:ph type="body" sz="quarter" idx="32" hasCustomPrompt="1"/>
          </p:nvPr>
        </p:nvSpPr>
        <p:spPr>
          <a:xfrm>
            <a:off x="8367234" y="4631270"/>
            <a:ext cx="1913128" cy="1075689"/>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6" name="Freeform: Shape 6">
            <a:extLst>
              <a:ext uri="{FF2B5EF4-FFF2-40B4-BE49-F238E27FC236}">
                <a16:creationId xmlns:a16="http://schemas.microsoft.com/office/drawing/2014/main" id="{4D27EAE5-5D14-4E2B-9A4E-E1CE7C26F40F}"/>
              </a:ext>
            </a:extLst>
          </p:cNvPr>
          <p:cNvSpPr/>
          <p:nvPr userDrawn="1"/>
        </p:nvSpPr>
        <p:spPr>
          <a:xfrm>
            <a:off x="630971" y="606175"/>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01796F5D-2CC8-44C2-B5B5-E61BEFFF5A72}"/>
              </a:ext>
            </a:extLst>
          </p:cNvPr>
          <p:cNvSpPr/>
          <p:nvPr userDrawn="1"/>
        </p:nvSpPr>
        <p:spPr>
          <a:xfrm>
            <a:off x="5252937" y="2290859"/>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2" name="Freeform: Shape 11">
            <a:extLst>
              <a:ext uri="{FF2B5EF4-FFF2-40B4-BE49-F238E27FC236}">
                <a16:creationId xmlns:a16="http://schemas.microsoft.com/office/drawing/2014/main" id="{73093633-6A91-42B5-961C-4B3A5DDF2146}"/>
              </a:ext>
            </a:extLst>
          </p:cNvPr>
          <p:cNvSpPr/>
          <p:nvPr userDrawn="1"/>
        </p:nvSpPr>
        <p:spPr>
          <a:xfrm>
            <a:off x="6310033" y="405642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a:xfrm>
            <a:off x="484632" y="6217920"/>
            <a:ext cx="4114800" cy="365125"/>
          </a:xfrm>
        </p:spPr>
        <p:txBody>
          <a:bodyPr/>
          <a:lstStyle>
            <a:lvl1pPr>
              <a:defRPr>
                <a:solidFill>
                  <a:schemeClr val="accent6"/>
                </a:solidFill>
              </a:defRPr>
            </a:lvl1pPr>
          </a:lstStyle>
          <a:p>
            <a:r>
              <a:rPr lang="en-US"/>
              <a:t>Presentation title</a:t>
            </a:r>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a:xfrm>
            <a:off x="11194169" y="6217920"/>
            <a:ext cx="458592" cy="365125"/>
          </a:xfrm>
        </p:spPr>
        <p:txBody>
          <a:bodyPr/>
          <a:lstStyle>
            <a:lvl1pPr>
              <a:defRPr>
                <a:solidFill>
                  <a:schemeClr val="accent6"/>
                </a:solidFill>
              </a:defRPr>
            </a:lvl1pPr>
          </a:lstStyle>
          <a:p>
            <a:fld id="{47FEACEE-25B4-4A2D-B147-27296E36371D}" type="slidenum">
              <a:rPr lang="en-US" altLang="zh-CN" smtClean="0"/>
              <a:pPr/>
              <a:t>‹#›</a:t>
            </a:fld>
            <a:endParaRPr lang="en-US" altLang="zh-CN"/>
          </a:p>
        </p:txBody>
      </p:sp>
    </p:spTree>
    <p:extLst>
      <p:ext uri="{BB962C8B-B14F-4D97-AF65-F5344CB8AC3E}">
        <p14:creationId xmlns:p14="http://schemas.microsoft.com/office/powerpoint/2010/main" val="862097048"/>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509574" y="2096892"/>
            <a:ext cx="5117162" cy="1325563"/>
          </a:xfrm>
        </p:spPr>
        <p:txBody>
          <a:bodyPr>
            <a:noAutofit/>
          </a:bodyPr>
          <a:lstStyle>
            <a:lvl1pPr>
              <a:defRPr>
                <a:solidFill>
                  <a:schemeClr val="accent6"/>
                </a:solidFill>
              </a:defRPr>
            </a:lvl1pPr>
          </a:lstStyle>
          <a:p>
            <a:r>
              <a:rPr lang="en-US"/>
              <a:t>Click to edit Master title style</a:t>
            </a:r>
          </a:p>
        </p:txBody>
      </p:sp>
      <p:sp>
        <p:nvSpPr>
          <p:cNvPr id="14" name="Content placeholder 47">
            <a:extLst>
              <a:ext uri="{FF2B5EF4-FFF2-40B4-BE49-F238E27FC236}">
                <a16:creationId xmlns:a16="http://schemas.microsoft.com/office/drawing/2014/main" id="{E61594E5-F661-407F-9B5E-62267D2E6AAD}"/>
              </a:ext>
            </a:extLst>
          </p:cNvPr>
          <p:cNvSpPr>
            <a:spLocks noGrp="1"/>
          </p:cNvSpPr>
          <p:nvPr>
            <p:ph type="body" sz="quarter" idx="28" hasCustomPrompt="1"/>
          </p:nvPr>
        </p:nvSpPr>
        <p:spPr>
          <a:xfrm>
            <a:off x="509574" y="3435546"/>
            <a:ext cx="4260180" cy="1294530"/>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21" name="Picture Placeholder 20">
            <a:extLst>
              <a:ext uri="{FF2B5EF4-FFF2-40B4-BE49-F238E27FC236}">
                <a16:creationId xmlns:a16="http://schemas.microsoft.com/office/drawing/2014/main" id="{988BDF24-3B67-5B77-0D48-319FA7FD0F65}"/>
              </a:ext>
            </a:extLst>
          </p:cNvPr>
          <p:cNvSpPr>
            <a:spLocks noGrp="1"/>
          </p:cNvSpPr>
          <p:nvPr>
            <p:ph type="pic" sz="quarter" idx="51"/>
          </p:nvPr>
        </p:nvSpPr>
        <p:spPr>
          <a:xfrm>
            <a:off x="5745001" y="0"/>
            <a:ext cx="6446999" cy="6858000"/>
          </a:xfrm>
          <a:custGeom>
            <a:avLst/>
            <a:gdLst>
              <a:gd name="connsiteX0" fmla="*/ 2550369 w 6483642"/>
              <a:gd name="connsiteY0" fmla="*/ 0 h 6858000"/>
              <a:gd name="connsiteX1" fmla="*/ 4338592 w 6483642"/>
              <a:gd name="connsiteY1" fmla="*/ 0 h 6858000"/>
              <a:gd name="connsiteX2" fmla="*/ 6483642 w 6483642"/>
              <a:gd name="connsiteY2" fmla="*/ 1338386 h 6858000"/>
              <a:gd name="connsiteX3" fmla="*/ 6483642 w 6483642"/>
              <a:gd name="connsiteY3" fmla="*/ 5624376 h 6858000"/>
              <a:gd name="connsiteX4" fmla="*/ 4378767 w 6483642"/>
              <a:gd name="connsiteY4" fmla="*/ 6858000 h 6858000"/>
              <a:gd name="connsiteX5" fmla="*/ 2590564 w 6483642"/>
              <a:gd name="connsiteY5" fmla="*/ 6858000 h 6858000"/>
              <a:gd name="connsiteX6" fmla="*/ 133 w 6483642"/>
              <a:gd name="connsiteY6" fmla="*/ 5332429 h 6858000"/>
              <a:gd name="connsiteX7" fmla="*/ 20164 w 6483642"/>
              <a:gd name="connsiteY7" fmla="*/ 1404433 h 6858000"/>
              <a:gd name="connsiteX0" fmla="*/ 2530205 w 6463478"/>
              <a:gd name="connsiteY0" fmla="*/ 0 h 6858000"/>
              <a:gd name="connsiteX1" fmla="*/ 4318428 w 6463478"/>
              <a:gd name="connsiteY1" fmla="*/ 0 h 6858000"/>
              <a:gd name="connsiteX2" fmla="*/ 6463478 w 6463478"/>
              <a:gd name="connsiteY2" fmla="*/ 1338386 h 6858000"/>
              <a:gd name="connsiteX3" fmla="*/ 6463478 w 6463478"/>
              <a:gd name="connsiteY3" fmla="*/ 5624376 h 6858000"/>
              <a:gd name="connsiteX4" fmla="*/ 4358603 w 6463478"/>
              <a:gd name="connsiteY4" fmla="*/ 6858000 h 6858000"/>
              <a:gd name="connsiteX5" fmla="*/ 2570400 w 6463478"/>
              <a:gd name="connsiteY5" fmla="*/ 6858000 h 6858000"/>
              <a:gd name="connsiteX6" fmla="*/ 17140 w 6463478"/>
              <a:gd name="connsiteY6" fmla="*/ 5339864 h 6858000"/>
              <a:gd name="connsiteX7" fmla="*/ 0 w 6463478"/>
              <a:gd name="connsiteY7" fmla="*/ 1404433 h 6858000"/>
              <a:gd name="connsiteX8" fmla="*/ 2530205 w 6463478"/>
              <a:gd name="connsiteY8" fmla="*/ 0 h 6858000"/>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 name="connsiteX8" fmla="*/ 2513726 w 6446999"/>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lnTo>
                  <a:pt x="2513726" y="0"/>
                </a:lnTo>
                <a:close/>
              </a:path>
            </a:pathLst>
          </a:custGeom>
          <a:no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dirty="0">
                <a:solidFill>
                  <a:schemeClr val="accent6"/>
                </a:solidFill>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lvl1pPr>
              <a:defRPr>
                <a:solidFill>
                  <a:schemeClr val="accent6"/>
                </a:solidFill>
              </a:defRPr>
            </a:lvl1pPr>
          </a:lstStyle>
          <a:p>
            <a:r>
              <a:rPr lang="en-US"/>
              <a:t>Presentation title</a:t>
            </a:r>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a:p>
        </p:txBody>
      </p:sp>
    </p:spTree>
    <p:extLst>
      <p:ext uri="{BB962C8B-B14F-4D97-AF65-F5344CB8AC3E}">
        <p14:creationId xmlns:p14="http://schemas.microsoft.com/office/powerpoint/2010/main" val="4161259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Autofit/>
          </a:bodyPr>
          <a:lstStyle>
            <a:lvl1pPr>
              <a:defRPr>
                <a:solidFill>
                  <a:schemeClr val="accent6"/>
                </a:solidFill>
              </a:defRPr>
            </a:lvl1pPr>
          </a:lstStyle>
          <a:p>
            <a:r>
              <a:rPr lang="en-US"/>
              <a:t>Click to edit Master title style</a:t>
            </a:r>
          </a:p>
        </p:txBody>
      </p:sp>
      <p:sp>
        <p:nvSpPr>
          <p:cNvPr id="18" name="Hexagon 17">
            <a:extLst>
              <a:ext uri="{FF2B5EF4-FFF2-40B4-BE49-F238E27FC236}">
                <a16:creationId xmlns:a16="http://schemas.microsoft.com/office/drawing/2014/main" id="{ADF8D8A3-175E-9A50-A98B-3766DAAB5EE2}"/>
              </a:ext>
            </a:extLst>
          </p:cNvPr>
          <p:cNvSpPr/>
          <p:nvPr userDrawn="1"/>
        </p:nvSpPr>
        <p:spPr>
          <a:xfrm rot="5400000">
            <a:off x="1308232" y="2004972"/>
            <a:ext cx="3593592" cy="2880360"/>
          </a:xfrm>
          <a:prstGeom prst="hexagon">
            <a:avLst>
              <a:gd name="adj" fmla="val 31211"/>
              <a:gd name="vf" fmla="val 11547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11" name="Text 47" descr="Click icon to add picture">
            <a:extLst>
              <a:ext uri="{FF2B5EF4-FFF2-40B4-BE49-F238E27FC236}">
                <a16:creationId xmlns:a16="http://schemas.microsoft.com/office/drawing/2014/main" id="{B264F104-ED4D-9A7F-E598-295893E05B7F}"/>
              </a:ext>
            </a:extLst>
          </p:cNvPr>
          <p:cNvSpPr>
            <a:spLocks noGrp="1"/>
          </p:cNvSpPr>
          <p:nvPr>
            <p:ph type="body" sz="quarter" idx="28" hasCustomPrompt="1"/>
          </p:nvPr>
        </p:nvSpPr>
        <p:spPr>
          <a:xfrm>
            <a:off x="2319235" y="2911781"/>
            <a:ext cx="1570612" cy="1070829"/>
          </a:xfrm>
          <a:prstGeom prst="rect">
            <a:avLst/>
          </a:prstGeom>
        </p:spPr>
        <p:txBody>
          <a:bodyPr>
            <a:noAutofit/>
          </a:bodyPr>
          <a:lstStyle>
            <a:lvl1pPr marL="0" indent="0" algn="ctr">
              <a:lnSpc>
                <a:spcPct val="113000"/>
              </a:lnSpc>
              <a:buNone/>
              <a:defRPr sz="1800" b="1" cap="all" baseline="0">
                <a:solidFill>
                  <a:schemeClr val="accent6"/>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17" name="Picture Placeholder 16">
            <a:extLst>
              <a:ext uri="{FF2B5EF4-FFF2-40B4-BE49-F238E27FC236}">
                <a16:creationId xmlns:a16="http://schemas.microsoft.com/office/drawing/2014/main" id="{7A084A88-6A62-9495-6CFE-1127D5CAAAB2}"/>
              </a:ext>
            </a:extLst>
          </p:cNvPr>
          <p:cNvSpPr>
            <a:spLocks noGrp="1"/>
          </p:cNvSpPr>
          <p:nvPr>
            <p:ph type="pic" sz="quarter" idx="47"/>
          </p:nvPr>
        </p:nvSpPr>
        <p:spPr>
          <a:xfrm>
            <a:off x="581710" y="555648"/>
            <a:ext cx="5045662" cy="5783096"/>
          </a:xfrm>
          <a:custGeom>
            <a:avLst/>
            <a:gdLst>
              <a:gd name="connsiteX0" fmla="*/ 2523318 w 5045662"/>
              <a:gd name="connsiteY0" fmla="*/ 1092708 h 5783096"/>
              <a:gd name="connsiteX1" fmla="*/ 1083139 w 5045662"/>
              <a:gd name="connsiteY1" fmla="*/ 1991697 h 5783096"/>
              <a:gd name="connsiteX2" fmla="*/ 1083139 w 5045662"/>
              <a:gd name="connsiteY2" fmla="*/ 3787311 h 5783096"/>
              <a:gd name="connsiteX3" fmla="*/ 2523318 w 5045662"/>
              <a:gd name="connsiteY3" fmla="*/ 4686300 h 5783096"/>
              <a:gd name="connsiteX4" fmla="*/ 3963497 w 5045662"/>
              <a:gd name="connsiteY4" fmla="*/ 3787311 h 5783096"/>
              <a:gd name="connsiteX5" fmla="*/ 3963497 w 5045662"/>
              <a:gd name="connsiteY5" fmla="*/ 1991697 h 5783096"/>
              <a:gd name="connsiteX6" fmla="*/ 2470122 w 5045662"/>
              <a:gd name="connsiteY6" fmla="*/ 0 h 5783096"/>
              <a:gd name="connsiteX7" fmla="*/ 5037208 w 5045662"/>
              <a:gd name="connsiteY7" fmla="*/ 1458369 h 5783096"/>
              <a:gd name="connsiteX8" fmla="*/ 5045662 w 5045662"/>
              <a:gd name="connsiteY8" fmla="*/ 4339769 h 5783096"/>
              <a:gd name="connsiteX9" fmla="*/ 2561576 w 5045662"/>
              <a:gd name="connsiteY9" fmla="*/ 5783096 h 5783096"/>
              <a:gd name="connsiteX10" fmla="*/ 24164 w 5045662"/>
              <a:gd name="connsiteY10" fmla="*/ 4354881 h 5783096"/>
              <a:gd name="connsiteX11" fmla="*/ 0 w 5045662"/>
              <a:gd name="connsiteY11" fmla="*/ 1453765 h 5783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5662" h="5783096">
                <a:moveTo>
                  <a:pt x="2523318" y="1092708"/>
                </a:moveTo>
                <a:lnTo>
                  <a:pt x="1083139" y="1991697"/>
                </a:lnTo>
                <a:lnTo>
                  <a:pt x="1083139" y="3787311"/>
                </a:lnTo>
                <a:lnTo>
                  <a:pt x="2523318" y="4686300"/>
                </a:lnTo>
                <a:lnTo>
                  <a:pt x="3963497" y="3787311"/>
                </a:lnTo>
                <a:lnTo>
                  <a:pt x="3963497" y="1991697"/>
                </a:lnTo>
                <a:close/>
                <a:moveTo>
                  <a:pt x="2470122" y="0"/>
                </a:moveTo>
                <a:lnTo>
                  <a:pt x="5037208" y="1458369"/>
                </a:lnTo>
                <a:cubicBezTo>
                  <a:pt x="5040026" y="2418836"/>
                  <a:pt x="5042844" y="3379302"/>
                  <a:pt x="5045662" y="4339769"/>
                </a:cubicBezTo>
                <a:lnTo>
                  <a:pt x="2561576" y="5783096"/>
                </a:lnTo>
                <a:lnTo>
                  <a:pt x="24164" y="4354881"/>
                </a:lnTo>
                <a:lnTo>
                  <a:pt x="0" y="1453765"/>
                </a:lnTo>
                <a:close/>
              </a:path>
            </a:pathLst>
          </a:custGeom>
        </p:spPr>
        <p:txBody>
          <a:bodyPr wrap="square" tIns="457200">
            <a:noAutofit/>
          </a:bodyPr>
          <a:lstStyle>
            <a:lvl1pPr marL="0" indent="0" algn="ctr">
              <a:buNone/>
              <a:defRPr>
                <a:solidFill>
                  <a:schemeClr val="accent6"/>
                </a:solidFill>
              </a:defRPr>
            </a:lvl1pPr>
          </a:lstStyle>
          <a:p>
            <a:r>
              <a:rPr lang="en-US"/>
              <a:t>Click icon to add picture</a:t>
            </a:r>
          </a:p>
        </p:txBody>
      </p:sp>
    </p:spTree>
    <p:extLst>
      <p:ext uri="{BB962C8B-B14F-4D97-AF65-F5344CB8AC3E}">
        <p14:creationId xmlns:p14="http://schemas.microsoft.com/office/powerpoint/2010/main" val="3407711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2BC57-1D8D-9F59-24F9-1E8232279959}"/>
              </a:ext>
            </a:extLst>
          </p:cNvPr>
          <p:cNvSpPr>
            <a:spLocks noGrp="1"/>
          </p:cNvSpPr>
          <p:nvPr>
            <p:ph type="title"/>
          </p:nvPr>
        </p:nvSpPr>
        <p:spPr>
          <a:xfrm>
            <a:off x="587829" y="507076"/>
            <a:ext cx="10515600" cy="1115434"/>
          </a:xfrm>
        </p:spPr>
        <p:txBody>
          <a:bodyPr/>
          <a:lstStyle>
            <a:lvl1pPr>
              <a:defRPr>
                <a:solidFill>
                  <a:schemeClr val="accent6"/>
                </a:solidFill>
              </a:defRPr>
            </a:lvl1pPr>
          </a:lstStyle>
          <a:p>
            <a:r>
              <a:rPr lang="en-US"/>
              <a:t>Click to edit Master title style</a:t>
            </a:r>
          </a:p>
        </p:txBody>
      </p:sp>
      <p:sp>
        <p:nvSpPr>
          <p:cNvPr id="11" name="Content placeholder 47">
            <a:extLst>
              <a:ext uri="{FF2B5EF4-FFF2-40B4-BE49-F238E27FC236}">
                <a16:creationId xmlns:a16="http://schemas.microsoft.com/office/drawing/2014/main" id="{561744A6-D3EA-42C3-8E71-3BB8BA1E6149}"/>
              </a:ext>
            </a:extLst>
          </p:cNvPr>
          <p:cNvSpPr>
            <a:spLocks noGrp="1"/>
          </p:cNvSpPr>
          <p:nvPr>
            <p:ph type="chart" sz="quarter" idx="27" hasCustomPrompt="1"/>
          </p:nvPr>
        </p:nvSpPr>
        <p:spPr>
          <a:xfrm>
            <a:off x="587829" y="1622510"/>
            <a:ext cx="10889796" cy="4155757"/>
          </a:xfrm>
          <a:prstGeom prst="rect">
            <a:avLst/>
          </a:prstGeom>
        </p:spPr>
        <p:txBody>
          <a:bodyPr/>
          <a:lstStyle>
            <a:lvl1pPr>
              <a:defRPr>
                <a:solidFill>
                  <a:schemeClr val="accent6"/>
                </a:solidFill>
              </a:defRPr>
            </a:lvl1pPr>
          </a:lstStyle>
          <a:p>
            <a:r>
              <a:rPr lang="en-US" altLang="zh-CN"/>
              <a:t>Click to edit master text style</a:t>
            </a:r>
            <a:endParaRPr lang="zh-CN" altLang="en-US"/>
          </a:p>
        </p:txBody>
      </p:sp>
      <p:sp>
        <p:nvSpPr>
          <p:cNvPr id="3" name="Footer Placeholder 2">
            <a:extLst>
              <a:ext uri="{FF2B5EF4-FFF2-40B4-BE49-F238E27FC236}">
                <a16:creationId xmlns:a16="http://schemas.microsoft.com/office/drawing/2014/main" id="{D1C82179-6F61-D1EC-D800-74B748B37F0E}"/>
              </a:ext>
            </a:extLst>
          </p:cNvPr>
          <p:cNvSpPr>
            <a:spLocks noGrp="1"/>
          </p:cNvSpPr>
          <p:nvPr>
            <p:ph type="ftr" sz="quarter" idx="28"/>
          </p:nvPr>
        </p:nvSpPr>
        <p:spPr/>
        <p:txBody>
          <a:bodyPr/>
          <a:lstStyle>
            <a:lvl1pPr>
              <a:defRPr>
                <a:solidFill>
                  <a:schemeClr val="accent6"/>
                </a:solidFill>
              </a:defRPr>
            </a:lvl1pPr>
          </a:lstStyle>
          <a:p>
            <a:r>
              <a:rPr lang="en-US"/>
              <a:t>Presentation title</a:t>
            </a:r>
          </a:p>
        </p:txBody>
      </p:sp>
      <p:sp>
        <p:nvSpPr>
          <p:cNvPr id="5" name="Slide Number Placeholder 4">
            <a:extLst>
              <a:ext uri="{FF2B5EF4-FFF2-40B4-BE49-F238E27FC236}">
                <a16:creationId xmlns:a16="http://schemas.microsoft.com/office/drawing/2014/main" id="{38803A51-0211-9F66-D20B-444BC94AA39E}"/>
              </a:ext>
            </a:extLst>
          </p:cNvPr>
          <p:cNvSpPr>
            <a:spLocks noGrp="1"/>
          </p:cNvSpPr>
          <p:nvPr>
            <p:ph type="sldNum" sz="quarter" idx="29"/>
          </p:nvPr>
        </p:nvSpPr>
        <p:spPr/>
        <p:txBody>
          <a:bodyPr/>
          <a:lstStyle>
            <a:lvl1pPr>
              <a:defRPr>
                <a:solidFill>
                  <a:schemeClr val="accent6"/>
                </a:solidFill>
              </a:defRPr>
            </a:lvl1pPr>
          </a:lstStyle>
          <a:p>
            <a:fld id="{47FEACEE-25B4-4A2D-B147-27296E36371D}" type="slidenum">
              <a:rPr lang="en-US" altLang="zh-CN" smtClean="0"/>
              <a:pPr/>
              <a:t>‹#›</a:t>
            </a:fld>
            <a:endParaRPr lang="en-US" altLang="zh-CN"/>
          </a:p>
        </p:txBody>
      </p:sp>
    </p:spTree>
    <p:extLst>
      <p:ext uri="{BB962C8B-B14F-4D97-AF65-F5344CB8AC3E}">
        <p14:creationId xmlns:p14="http://schemas.microsoft.com/office/powerpoint/2010/main" val="2676827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design">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581709" y="721538"/>
            <a:ext cx="10889796" cy="1418998"/>
          </a:xfrm>
          <a:prstGeom prst="rect">
            <a:avLst/>
          </a:prstGeom>
        </p:spPr>
        <p:txBody>
          <a:bodyPr vert="horz" lIns="91440" tIns="45720" rIns="91440" bIns="45720" rtlCol="0" anchor="t">
            <a:noAutofit/>
          </a:bodyPr>
          <a:lstStyle>
            <a:lvl1pPr>
              <a:defRPr>
                <a:solidFill>
                  <a:schemeClr val="accent6"/>
                </a:solidFill>
              </a:defRPr>
            </a:lvl1pPr>
          </a:lstStyle>
          <a:p>
            <a:r>
              <a:rPr lang="en-US"/>
              <a:t>Click to edit Master title style</a:t>
            </a:r>
          </a:p>
        </p:txBody>
      </p:sp>
      <p:sp>
        <p:nvSpPr>
          <p:cNvPr id="10" name="Table placeholder">
            <a:extLst>
              <a:ext uri="{FF2B5EF4-FFF2-40B4-BE49-F238E27FC236}">
                <a16:creationId xmlns:a16="http://schemas.microsoft.com/office/drawing/2014/main" id="{CFC5FF09-DE50-4155-81A0-5DD9B700F205}"/>
              </a:ext>
            </a:extLst>
          </p:cNvPr>
          <p:cNvSpPr>
            <a:spLocks noGrp="1"/>
          </p:cNvSpPr>
          <p:nvPr>
            <p:ph type="tbl" sz="quarter" idx="27" hasCustomPrompt="1"/>
          </p:nvPr>
        </p:nvSpPr>
        <p:spPr>
          <a:xfrm>
            <a:off x="581709" y="1614198"/>
            <a:ext cx="10889796" cy="4317856"/>
          </a:xfrm>
          <a:prstGeom prst="rect">
            <a:avLst/>
          </a:prstGeom>
        </p:spPr>
        <p:txBody>
          <a:bodyPr>
            <a:noAutofit/>
          </a:bodyPr>
          <a:lstStyle>
            <a:lvl1pPr>
              <a:defRPr>
                <a:solidFill>
                  <a:schemeClr val="accent6"/>
                </a:solidFill>
              </a:defRPr>
            </a:lvl1pPr>
          </a:lstStyle>
          <a:p>
            <a:r>
              <a:rPr lang="en-US" altLang="zh-CN"/>
              <a:t>Click to edit master text style</a:t>
            </a:r>
            <a:endParaRPr lang="zh-CN" altLang="en-US"/>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6"/>
              </a:solidFill>
            </a:endParaRPr>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lvl1pPr>
              <a:defRPr>
                <a:solidFill>
                  <a:schemeClr val="accent6"/>
                </a:solidFill>
              </a:defRPr>
            </a:lvl1pPr>
          </a:lstStyle>
          <a:p>
            <a:r>
              <a:rPr lang="en-US"/>
              <a:t>Presentation title</a:t>
            </a:r>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BF58E95-E9E1-28E6-FB2F-DE808892233F}"/>
              </a:ext>
            </a:extLst>
          </p:cNvPr>
          <p:cNvSpPr>
            <a:spLocks noGrp="1"/>
          </p:cNvSpPr>
          <p:nvPr>
            <p:ph type="title" hasCustomPrompt="1"/>
          </p:nvPr>
        </p:nvSpPr>
        <p:spPr>
          <a:xfrm>
            <a:off x="6099079" y="1856195"/>
            <a:ext cx="4518122" cy="1688906"/>
          </a:xfrm>
        </p:spPr>
        <p:txBody>
          <a:bodyPr anchor="b">
            <a:noAutofit/>
          </a:bodyPr>
          <a:lstStyle>
            <a:lvl1pPr>
              <a:defRPr sz="2700">
                <a:latin typeface="+mn-lt"/>
              </a:defRPr>
            </a:lvl1pPr>
          </a:lstStyle>
          <a:p>
            <a:r>
              <a:rPr lang="en-US"/>
              <a:t>Click to edit </a:t>
            </a:r>
            <a:r>
              <a:rPr lang="en-US" altLang="zh-CN"/>
              <a:t>Text</a:t>
            </a:r>
            <a:r>
              <a:rPr lang="zh-CN" altLang="en-US"/>
              <a:t> </a:t>
            </a:r>
            <a:r>
              <a:rPr lang="en-US"/>
              <a:t>style</a:t>
            </a:r>
          </a:p>
        </p:txBody>
      </p:sp>
      <p:sp>
        <p:nvSpPr>
          <p:cNvPr id="11" name="subtitle 47">
            <a:extLst>
              <a:ext uri="{FF2B5EF4-FFF2-40B4-BE49-F238E27FC236}">
                <a16:creationId xmlns:a16="http://schemas.microsoft.com/office/drawing/2014/main" id="{3B45AD65-2B81-A368-E5F0-5C61D0B1DFEB}"/>
              </a:ext>
            </a:extLst>
          </p:cNvPr>
          <p:cNvSpPr>
            <a:spLocks noGrp="1"/>
          </p:cNvSpPr>
          <p:nvPr>
            <p:ph type="body" sz="quarter" idx="29" hasCustomPrompt="1"/>
          </p:nvPr>
        </p:nvSpPr>
        <p:spPr>
          <a:xfrm>
            <a:off x="6095999" y="3695015"/>
            <a:ext cx="4672693" cy="1688906"/>
          </a:xfrm>
          <a:prstGeom prst="rect">
            <a:avLst/>
          </a:prstGeom>
        </p:spPr>
        <p:txBody>
          <a:bodyPr>
            <a:noAutofit/>
          </a:bodyPr>
          <a:lstStyle>
            <a:lvl1pPr marL="0" indent="0">
              <a:lnSpc>
                <a:spcPct val="100000"/>
              </a:lnSpc>
              <a:buNone/>
              <a:defRPr sz="1500" b="0">
                <a:solidFill>
                  <a:schemeClr val="accent4"/>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4" name="Freeform: Shape 5">
            <a:extLst>
              <a:ext uri="{FF2B5EF4-FFF2-40B4-BE49-F238E27FC236}">
                <a16:creationId xmlns:a16="http://schemas.microsoft.com/office/drawing/2014/main" id="{0CA4AA19-0D07-46AB-AC12-64054BBBB499}"/>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5" name="Freeform: Shape 6">
            <a:extLst>
              <a:ext uri="{FF2B5EF4-FFF2-40B4-BE49-F238E27FC236}">
                <a16:creationId xmlns:a16="http://schemas.microsoft.com/office/drawing/2014/main" id="{DF781D9E-0DF5-4DDA-84E6-35DFB054158C}"/>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a:p>
        </p:txBody>
      </p:sp>
      <p:sp>
        <p:nvSpPr>
          <p:cNvPr id="6" name="Freeform: Shape 7">
            <a:extLst>
              <a:ext uri="{FF2B5EF4-FFF2-40B4-BE49-F238E27FC236}">
                <a16:creationId xmlns:a16="http://schemas.microsoft.com/office/drawing/2014/main" id="{86BA1075-E23C-4BC9-8F67-B2E408F864D2}"/>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8" name="Freeform: Shape 11">
            <a:extLst>
              <a:ext uri="{FF2B5EF4-FFF2-40B4-BE49-F238E27FC236}">
                <a16:creationId xmlns:a16="http://schemas.microsoft.com/office/drawing/2014/main" id="{B2A4CA75-D17E-243B-9C56-A63C75AF6D56}"/>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20000"/>
              <a:lumOff val="8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3" name="Footer Placeholder 2">
            <a:extLst>
              <a:ext uri="{FF2B5EF4-FFF2-40B4-BE49-F238E27FC236}">
                <a16:creationId xmlns:a16="http://schemas.microsoft.com/office/drawing/2014/main" id="{7964077E-956B-EA3A-700F-A833D82341FE}"/>
              </a:ext>
            </a:extLst>
          </p:cNvPr>
          <p:cNvSpPr>
            <a:spLocks noGrp="1"/>
          </p:cNvSpPr>
          <p:nvPr>
            <p:ph type="ftr" sz="quarter" idx="30"/>
          </p:nvPr>
        </p:nvSpPr>
        <p:spPr/>
        <p:txBody>
          <a:bodyPr>
            <a:noAutofit/>
          </a:bodyPr>
          <a:lstStyle/>
          <a:p>
            <a:r>
              <a:rPr lang="en-US" noProof="0"/>
              <a:t>Presentation title</a:t>
            </a:r>
          </a:p>
        </p:txBody>
      </p:sp>
      <p:sp>
        <p:nvSpPr>
          <p:cNvPr id="10" name="Slide Number Placeholder 9">
            <a:extLst>
              <a:ext uri="{FF2B5EF4-FFF2-40B4-BE49-F238E27FC236}">
                <a16:creationId xmlns:a16="http://schemas.microsoft.com/office/drawing/2014/main" id="{8ED455D4-27F3-B6AD-2A20-7475F307E5E4}"/>
              </a:ext>
            </a:extLst>
          </p:cNvPr>
          <p:cNvSpPr>
            <a:spLocks noGrp="1"/>
          </p:cNvSpPr>
          <p:nvPr>
            <p:ph type="sldNum" sz="quarter" idx="31"/>
          </p:nvPr>
        </p:nvSpPr>
        <p:spPr/>
        <p:txBody>
          <a:bodyPr>
            <a:noAutofit/>
          </a:bodyPr>
          <a:lstStyle/>
          <a:p>
            <a:fld id="{47FEACEE-25B4-4A2D-B147-27296E36371D}" type="slidenum">
              <a:rPr lang="en-US" altLang="zh-CN" noProof="0" smtClean="0"/>
              <a:pPr/>
              <a:t>‹#›</a:t>
            </a:fld>
            <a:endParaRPr lang="en-US" altLang="zh-CN" noProof="0"/>
          </a:p>
        </p:txBody>
      </p:sp>
    </p:spTree>
    <p:extLst>
      <p:ext uri="{BB962C8B-B14F-4D97-AF65-F5344CB8AC3E}">
        <p14:creationId xmlns:p14="http://schemas.microsoft.com/office/powerpoint/2010/main" val="125641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Team Members">
    <p:spTree>
      <p:nvGrpSpPr>
        <p:cNvPr id="1" name=""/>
        <p:cNvGrpSpPr/>
        <p:nvPr/>
      </p:nvGrpSpPr>
      <p:grpSpPr>
        <a:xfrm>
          <a:off x="0" y="0"/>
          <a:ext cx="0" cy="0"/>
          <a:chOff x="0" y="0"/>
          <a:chExt cx="0" cy="0"/>
        </a:xfrm>
      </p:grpSpPr>
      <p:sp>
        <p:nvSpPr>
          <p:cNvPr id="16" name="Title Placeholder 4">
            <a:extLst>
              <a:ext uri="{FF2B5EF4-FFF2-40B4-BE49-F238E27FC236}">
                <a16:creationId xmlns:a16="http://schemas.microsoft.com/office/drawing/2014/main" id="{DCA6F28B-ACF1-D3CB-8968-4F64BEA02E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p>
        </p:txBody>
      </p:sp>
      <p:sp>
        <p:nvSpPr>
          <p:cNvPr id="60" name="Content placeholder 47">
            <a:extLst>
              <a:ext uri="{FF2B5EF4-FFF2-40B4-BE49-F238E27FC236}">
                <a16:creationId xmlns:a16="http://schemas.microsoft.com/office/drawing/2014/main" id="{E2F72F6F-0172-47B0-8D9E-0EED383332E2}"/>
              </a:ext>
            </a:extLst>
          </p:cNvPr>
          <p:cNvSpPr>
            <a:spLocks noGrp="1"/>
          </p:cNvSpPr>
          <p:nvPr>
            <p:ph type="pic" sz="quarter" idx="48"/>
          </p:nvPr>
        </p:nvSpPr>
        <p:spPr>
          <a:xfrm>
            <a:off x="1114798"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p>
        </p:txBody>
      </p:sp>
      <p:sp>
        <p:nvSpPr>
          <p:cNvPr id="52" name="Content placeholder 47" descr="Click icon to add picture">
            <a:extLst>
              <a:ext uri="{FF2B5EF4-FFF2-40B4-BE49-F238E27FC236}">
                <a16:creationId xmlns:a16="http://schemas.microsoft.com/office/drawing/2014/main" id="{2369DDD8-CFC2-4980-A0DB-411AA173B475}"/>
              </a:ext>
            </a:extLst>
          </p:cNvPr>
          <p:cNvSpPr>
            <a:spLocks noGrp="1"/>
          </p:cNvSpPr>
          <p:nvPr>
            <p:ph type="body" sz="quarter" idx="27" hasCustomPrompt="1"/>
          </p:nvPr>
        </p:nvSpPr>
        <p:spPr>
          <a:xfrm>
            <a:off x="1214003"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a:t>Click to edit Master title style </a:t>
            </a:r>
          </a:p>
        </p:txBody>
      </p:sp>
      <p:sp>
        <p:nvSpPr>
          <p:cNvPr id="53" name="Content placeholder 47">
            <a:extLst>
              <a:ext uri="{FF2B5EF4-FFF2-40B4-BE49-F238E27FC236}">
                <a16:creationId xmlns:a16="http://schemas.microsoft.com/office/drawing/2014/main" id="{B66AC261-5929-40D2-A646-8F16675DE383}"/>
              </a:ext>
            </a:extLst>
          </p:cNvPr>
          <p:cNvSpPr>
            <a:spLocks noGrp="1"/>
          </p:cNvSpPr>
          <p:nvPr>
            <p:ph type="body" sz="quarter" idx="28" hasCustomPrompt="1"/>
          </p:nvPr>
        </p:nvSpPr>
        <p:spPr>
          <a:xfrm>
            <a:off x="1214003"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61" name="Content placeholder 47">
            <a:extLst>
              <a:ext uri="{FF2B5EF4-FFF2-40B4-BE49-F238E27FC236}">
                <a16:creationId xmlns:a16="http://schemas.microsoft.com/office/drawing/2014/main" id="{B33A9FB2-1610-4389-B352-D99255F77BEC}"/>
              </a:ext>
            </a:extLst>
          </p:cNvPr>
          <p:cNvSpPr>
            <a:spLocks noGrp="1"/>
          </p:cNvSpPr>
          <p:nvPr>
            <p:ph type="pic" sz="quarter" idx="49"/>
          </p:nvPr>
        </p:nvSpPr>
        <p:spPr>
          <a:xfrm>
            <a:off x="3623536" y="1840730"/>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p>
        </p:txBody>
      </p:sp>
      <p:sp>
        <p:nvSpPr>
          <p:cNvPr id="21" name="Content placeholder 47" descr="Click icon to add picture">
            <a:extLst>
              <a:ext uri="{FF2B5EF4-FFF2-40B4-BE49-F238E27FC236}">
                <a16:creationId xmlns:a16="http://schemas.microsoft.com/office/drawing/2014/main" id="{DEE851A8-3FB7-B319-A053-BE08A45763C5}"/>
              </a:ext>
            </a:extLst>
          </p:cNvPr>
          <p:cNvSpPr>
            <a:spLocks noGrp="1"/>
          </p:cNvSpPr>
          <p:nvPr>
            <p:ph type="body" sz="quarter" idx="54" hasCustomPrompt="1"/>
          </p:nvPr>
        </p:nvSpPr>
        <p:spPr>
          <a:xfrm>
            <a:off x="37204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a:t>Click to edit Master title style </a:t>
            </a:r>
          </a:p>
        </p:txBody>
      </p:sp>
      <p:sp>
        <p:nvSpPr>
          <p:cNvPr id="22" name="Content placeholder 47">
            <a:extLst>
              <a:ext uri="{FF2B5EF4-FFF2-40B4-BE49-F238E27FC236}">
                <a16:creationId xmlns:a16="http://schemas.microsoft.com/office/drawing/2014/main" id="{5743B59B-3EAA-B249-07CE-9C9C5B0B6AB1}"/>
              </a:ext>
            </a:extLst>
          </p:cNvPr>
          <p:cNvSpPr>
            <a:spLocks noGrp="1"/>
          </p:cNvSpPr>
          <p:nvPr>
            <p:ph type="body" sz="quarter" idx="55" hasCustomPrompt="1"/>
          </p:nvPr>
        </p:nvSpPr>
        <p:spPr>
          <a:xfrm>
            <a:off x="37204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62" name="Content placeholder 47">
            <a:extLst>
              <a:ext uri="{FF2B5EF4-FFF2-40B4-BE49-F238E27FC236}">
                <a16:creationId xmlns:a16="http://schemas.microsoft.com/office/drawing/2014/main" id="{0AC60B87-71AC-4AA8-9AE7-B3B427BACB12}"/>
              </a:ext>
            </a:extLst>
          </p:cNvPr>
          <p:cNvSpPr>
            <a:spLocks noGrp="1"/>
          </p:cNvSpPr>
          <p:nvPr>
            <p:ph type="pic" sz="quarter" idx="50"/>
          </p:nvPr>
        </p:nvSpPr>
        <p:spPr>
          <a:xfrm>
            <a:off x="6113401"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p>
        </p:txBody>
      </p:sp>
      <p:sp>
        <p:nvSpPr>
          <p:cNvPr id="19" name="Content placeholder 47" descr="Click icon to add picture">
            <a:extLst>
              <a:ext uri="{FF2B5EF4-FFF2-40B4-BE49-F238E27FC236}">
                <a16:creationId xmlns:a16="http://schemas.microsoft.com/office/drawing/2014/main" id="{110FBA5D-2CEB-4D44-16CA-0F24099B1401}"/>
              </a:ext>
            </a:extLst>
          </p:cNvPr>
          <p:cNvSpPr>
            <a:spLocks noGrp="1"/>
          </p:cNvSpPr>
          <p:nvPr>
            <p:ph type="body" sz="quarter" idx="52" hasCustomPrompt="1"/>
          </p:nvPr>
        </p:nvSpPr>
        <p:spPr>
          <a:xfrm>
            <a:off x="6218710"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a:t>Click to edit Master title style </a:t>
            </a:r>
          </a:p>
        </p:txBody>
      </p:sp>
      <p:sp>
        <p:nvSpPr>
          <p:cNvPr id="20" name="Content placeholder 47">
            <a:extLst>
              <a:ext uri="{FF2B5EF4-FFF2-40B4-BE49-F238E27FC236}">
                <a16:creationId xmlns:a16="http://schemas.microsoft.com/office/drawing/2014/main" id="{2108E774-D145-FA07-58F1-7DB37A30A596}"/>
              </a:ext>
            </a:extLst>
          </p:cNvPr>
          <p:cNvSpPr>
            <a:spLocks noGrp="1"/>
          </p:cNvSpPr>
          <p:nvPr>
            <p:ph type="body" sz="quarter" idx="53" hasCustomPrompt="1"/>
          </p:nvPr>
        </p:nvSpPr>
        <p:spPr>
          <a:xfrm>
            <a:off x="6218710"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63" name="Content placeholder 47">
            <a:extLst>
              <a:ext uri="{FF2B5EF4-FFF2-40B4-BE49-F238E27FC236}">
                <a16:creationId xmlns:a16="http://schemas.microsoft.com/office/drawing/2014/main" id="{05B25D7D-82BA-4FF5-9C92-4AD181847515}"/>
              </a:ext>
            </a:extLst>
          </p:cNvPr>
          <p:cNvSpPr>
            <a:spLocks noGrp="1"/>
          </p:cNvSpPr>
          <p:nvPr>
            <p:ph type="pic" sz="quarter" idx="51"/>
          </p:nvPr>
        </p:nvSpPr>
        <p:spPr>
          <a:xfrm>
            <a:off x="8500328" y="1836331"/>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p>
        </p:txBody>
      </p:sp>
      <p:sp>
        <p:nvSpPr>
          <p:cNvPr id="25" name="Content placeholder 47" descr="Click icon to add picture">
            <a:extLst>
              <a:ext uri="{FF2B5EF4-FFF2-40B4-BE49-F238E27FC236}">
                <a16:creationId xmlns:a16="http://schemas.microsoft.com/office/drawing/2014/main" id="{A9C2624B-E6E6-C673-E8FF-F4BF909C3AC2}"/>
              </a:ext>
            </a:extLst>
          </p:cNvPr>
          <p:cNvSpPr>
            <a:spLocks noGrp="1"/>
          </p:cNvSpPr>
          <p:nvPr>
            <p:ph type="body" sz="quarter" idx="56" hasCustomPrompt="1"/>
          </p:nvPr>
        </p:nvSpPr>
        <p:spPr>
          <a:xfrm>
            <a:off x="86353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a:t>Click to edit Master title style </a:t>
            </a:r>
          </a:p>
        </p:txBody>
      </p:sp>
      <p:sp>
        <p:nvSpPr>
          <p:cNvPr id="26" name="Content placeholder 47">
            <a:extLst>
              <a:ext uri="{FF2B5EF4-FFF2-40B4-BE49-F238E27FC236}">
                <a16:creationId xmlns:a16="http://schemas.microsoft.com/office/drawing/2014/main" id="{A003837A-CCD7-3699-D86F-CB884CA4C675}"/>
              </a:ext>
            </a:extLst>
          </p:cNvPr>
          <p:cNvSpPr>
            <a:spLocks noGrp="1"/>
          </p:cNvSpPr>
          <p:nvPr>
            <p:ph type="body" sz="quarter" idx="57" hasCustomPrompt="1"/>
          </p:nvPr>
        </p:nvSpPr>
        <p:spPr>
          <a:xfrm>
            <a:off x="86353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2" name="Footer Placeholder 1">
            <a:extLst>
              <a:ext uri="{FF2B5EF4-FFF2-40B4-BE49-F238E27FC236}">
                <a16:creationId xmlns:a16="http://schemas.microsoft.com/office/drawing/2014/main" id="{89028585-56FF-7B3D-783D-D06964F7C099}"/>
              </a:ext>
            </a:extLst>
          </p:cNvPr>
          <p:cNvSpPr>
            <a:spLocks noGrp="1"/>
          </p:cNvSpPr>
          <p:nvPr>
            <p:ph type="ftr" sz="quarter" idx="58"/>
          </p:nvPr>
        </p:nvSpPr>
        <p:spPr/>
        <p:txBody>
          <a:bodyPr>
            <a:noAutofit/>
          </a:bodyPr>
          <a:lstStyle>
            <a:lvl1pPr>
              <a:defRPr>
                <a:solidFill>
                  <a:schemeClr val="accent6"/>
                </a:solidFill>
              </a:defRPr>
            </a:lvl1pPr>
          </a:lstStyle>
          <a:p>
            <a:r>
              <a:rPr lang="en-US"/>
              <a:t>Presentation title</a:t>
            </a:r>
          </a:p>
        </p:txBody>
      </p:sp>
      <p:sp>
        <p:nvSpPr>
          <p:cNvPr id="3" name="Slide Number Placeholder 2">
            <a:extLst>
              <a:ext uri="{FF2B5EF4-FFF2-40B4-BE49-F238E27FC236}">
                <a16:creationId xmlns:a16="http://schemas.microsoft.com/office/drawing/2014/main" id="{7D090978-DDC9-0FA2-2CFD-733C8B854F3C}"/>
              </a:ext>
            </a:extLst>
          </p:cNvPr>
          <p:cNvSpPr>
            <a:spLocks noGrp="1"/>
          </p:cNvSpPr>
          <p:nvPr>
            <p:ph type="sldNum" sz="quarter" idx="5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a:p>
        </p:txBody>
      </p:sp>
    </p:spTree>
    <p:extLst>
      <p:ext uri="{BB962C8B-B14F-4D97-AF65-F5344CB8AC3E}">
        <p14:creationId xmlns:p14="http://schemas.microsoft.com/office/powerpoint/2010/main" val="226368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 Team Member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92FA2A-46BA-2A19-C3CE-EC6985867B92}"/>
              </a:ext>
            </a:extLst>
          </p:cNvPr>
          <p:cNvSpPr>
            <a:spLocks noGrp="1"/>
          </p:cNvSpPr>
          <p:nvPr>
            <p:ph type="title"/>
          </p:nvPr>
        </p:nvSpPr>
        <p:spPr>
          <a:xfrm>
            <a:off x="509574" y="2367293"/>
            <a:ext cx="3909993" cy="3629708"/>
          </a:xfrm>
        </p:spPr>
        <p:txBody>
          <a:bodyPr anchor="t">
            <a:noAutofit/>
          </a:bodyPr>
          <a:lstStyle>
            <a:lvl1pPr>
              <a:defRPr>
                <a:solidFill>
                  <a:schemeClr val="accent6"/>
                </a:solidFill>
              </a:defRPr>
            </a:lvl1pPr>
          </a:lstStyle>
          <a:p>
            <a:r>
              <a:rPr lang="en-US"/>
              <a:t>Click to edit Master title style</a:t>
            </a:r>
          </a:p>
        </p:txBody>
      </p:sp>
      <p:sp>
        <p:nvSpPr>
          <p:cNvPr id="38" name="Content placeholder 47">
            <a:extLst>
              <a:ext uri="{FF2B5EF4-FFF2-40B4-BE49-F238E27FC236}">
                <a16:creationId xmlns:a16="http://schemas.microsoft.com/office/drawing/2014/main" id="{BF9EDF7D-3BB1-43C0-92BB-091CCC520477}"/>
              </a:ext>
            </a:extLst>
          </p:cNvPr>
          <p:cNvSpPr>
            <a:spLocks noGrp="1"/>
          </p:cNvSpPr>
          <p:nvPr>
            <p:ph type="pic" sz="quarter" idx="48"/>
          </p:nvPr>
        </p:nvSpPr>
        <p:spPr>
          <a:xfrm>
            <a:off x="426979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39" name="Content placeholder 47" descr="Click icon to add picture">
            <a:extLst>
              <a:ext uri="{FF2B5EF4-FFF2-40B4-BE49-F238E27FC236}">
                <a16:creationId xmlns:a16="http://schemas.microsoft.com/office/drawing/2014/main" id="{15896C2C-7C25-4BC0-AF9B-DF590A2909AA}"/>
              </a:ext>
            </a:extLst>
          </p:cNvPr>
          <p:cNvSpPr>
            <a:spLocks noGrp="1"/>
          </p:cNvSpPr>
          <p:nvPr>
            <p:ph type="body" sz="quarter" idx="27" hasCustomPrompt="1"/>
          </p:nvPr>
        </p:nvSpPr>
        <p:spPr>
          <a:xfrm>
            <a:off x="5520210" y="522515"/>
            <a:ext cx="2289842" cy="626551"/>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40" name="Content placeholder 47">
            <a:extLst>
              <a:ext uri="{FF2B5EF4-FFF2-40B4-BE49-F238E27FC236}">
                <a16:creationId xmlns:a16="http://schemas.microsoft.com/office/drawing/2014/main" id="{CAC554EF-FF8F-4055-A716-E82F461413B7}"/>
              </a:ext>
            </a:extLst>
          </p:cNvPr>
          <p:cNvSpPr>
            <a:spLocks noGrp="1"/>
          </p:cNvSpPr>
          <p:nvPr>
            <p:ph type="body" sz="quarter" idx="28" hasCustomPrompt="1"/>
          </p:nvPr>
        </p:nvSpPr>
        <p:spPr>
          <a:xfrm>
            <a:off x="5520211" y="1165881"/>
            <a:ext cx="2289842" cy="506399"/>
          </a:xfrm>
          <a:prstGeom prst="rect">
            <a:avLst/>
          </a:prstGeom>
        </p:spPr>
        <p:txBody>
          <a:bodyPr>
            <a:noAutofit/>
          </a:bodyPr>
          <a:lstStyle>
            <a:lvl1pPr marL="0" indent="0" algn="l">
              <a:lnSpc>
                <a:spcPct val="90000"/>
              </a:lnSpc>
              <a:spcBef>
                <a:spcPts val="0"/>
              </a:spcBef>
              <a:buNone/>
              <a:defRPr sz="1400" b="0"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text styles </a:t>
            </a:r>
          </a:p>
        </p:txBody>
      </p:sp>
      <p:sp>
        <p:nvSpPr>
          <p:cNvPr id="56" name="Content placeholder 47">
            <a:extLst>
              <a:ext uri="{FF2B5EF4-FFF2-40B4-BE49-F238E27FC236}">
                <a16:creationId xmlns:a16="http://schemas.microsoft.com/office/drawing/2014/main" id="{4F0742C0-A9F2-4886-B17E-6915399483C3}"/>
              </a:ext>
            </a:extLst>
          </p:cNvPr>
          <p:cNvSpPr>
            <a:spLocks noGrp="1"/>
          </p:cNvSpPr>
          <p:nvPr>
            <p:ph type="pic" sz="quarter" idx="72"/>
          </p:nvPr>
        </p:nvSpPr>
        <p:spPr>
          <a:xfrm>
            <a:off x="805991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1" name="Content placeholder 47" descr="Click icon to add picture">
            <a:extLst>
              <a:ext uri="{FF2B5EF4-FFF2-40B4-BE49-F238E27FC236}">
                <a16:creationId xmlns:a16="http://schemas.microsoft.com/office/drawing/2014/main" id="{CE3DC674-39AB-43B9-AC30-97A68D221596}"/>
              </a:ext>
            </a:extLst>
          </p:cNvPr>
          <p:cNvSpPr>
            <a:spLocks noGrp="1"/>
          </p:cNvSpPr>
          <p:nvPr>
            <p:ph type="body" sz="quarter" idx="55" hasCustomPrompt="1"/>
          </p:nvPr>
        </p:nvSpPr>
        <p:spPr>
          <a:xfrm>
            <a:off x="9309889" y="642667"/>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42" name="Content placeholder 47">
            <a:extLst>
              <a:ext uri="{FF2B5EF4-FFF2-40B4-BE49-F238E27FC236}">
                <a16:creationId xmlns:a16="http://schemas.microsoft.com/office/drawing/2014/main" id="{F12189CA-0E22-41A5-91FD-03761860993D}"/>
              </a:ext>
            </a:extLst>
          </p:cNvPr>
          <p:cNvSpPr>
            <a:spLocks noGrp="1"/>
          </p:cNvSpPr>
          <p:nvPr>
            <p:ph type="body" sz="quarter" idx="56" hasCustomPrompt="1"/>
          </p:nvPr>
        </p:nvSpPr>
        <p:spPr>
          <a:xfrm>
            <a:off x="9309891" y="1165881"/>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a:t>Click to edit Master text styles </a:t>
            </a:r>
          </a:p>
        </p:txBody>
      </p:sp>
      <p:sp>
        <p:nvSpPr>
          <p:cNvPr id="48" name="Content placeholder 47">
            <a:extLst>
              <a:ext uri="{FF2B5EF4-FFF2-40B4-BE49-F238E27FC236}">
                <a16:creationId xmlns:a16="http://schemas.microsoft.com/office/drawing/2014/main" id="{A962C62E-F92F-445A-9243-8B433747A548}"/>
              </a:ext>
            </a:extLst>
          </p:cNvPr>
          <p:cNvSpPr>
            <a:spLocks noGrp="1"/>
          </p:cNvSpPr>
          <p:nvPr>
            <p:ph type="pic" sz="quarter" idx="69"/>
          </p:nvPr>
        </p:nvSpPr>
        <p:spPr>
          <a:xfrm>
            <a:off x="426979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descr="Click icon to add picture">
            <a:extLst>
              <a:ext uri="{FF2B5EF4-FFF2-40B4-BE49-F238E27FC236}">
                <a16:creationId xmlns:a16="http://schemas.microsoft.com/office/drawing/2014/main" id="{DE6F9463-BB2D-43FC-BE8F-21D3F9A2539C}"/>
              </a:ext>
            </a:extLst>
          </p:cNvPr>
          <p:cNvSpPr>
            <a:spLocks noGrp="1"/>
          </p:cNvSpPr>
          <p:nvPr>
            <p:ph type="body" sz="quarter" idx="57" hasCustomPrompt="1"/>
          </p:nvPr>
        </p:nvSpPr>
        <p:spPr>
          <a:xfrm>
            <a:off x="5520210" y="2105171"/>
            <a:ext cx="2193021" cy="617418"/>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44" name="Content placeholder 47">
            <a:extLst>
              <a:ext uri="{FF2B5EF4-FFF2-40B4-BE49-F238E27FC236}">
                <a16:creationId xmlns:a16="http://schemas.microsoft.com/office/drawing/2014/main" id="{7DF27694-08A2-4530-B763-5A9B9D4DC6E0}"/>
              </a:ext>
            </a:extLst>
          </p:cNvPr>
          <p:cNvSpPr>
            <a:spLocks noGrp="1"/>
          </p:cNvSpPr>
          <p:nvPr>
            <p:ph type="body" sz="quarter" idx="58" hasCustomPrompt="1"/>
          </p:nvPr>
        </p:nvSpPr>
        <p:spPr>
          <a:xfrm>
            <a:off x="5520212" y="2739721"/>
            <a:ext cx="2193021" cy="506399"/>
          </a:xfrm>
          <a:prstGeom prst="rect">
            <a:avLst/>
          </a:prstGeom>
        </p:spPr>
        <p:txBody>
          <a:bodyPr>
            <a:noAutofit/>
          </a:bodyPr>
          <a:lstStyle>
            <a:lvl1pPr marL="0" indent="0" algn="l">
              <a:lnSpc>
                <a:spcPct val="100000"/>
              </a:lnSpc>
              <a:spcBef>
                <a:spcPts val="0"/>
              </a:spcBef>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a:t>Click to edit Master text styles </a:t>
            </a:r>
          </a:p>
        </p:txBody>
      </p:sp>
      <p:sp>
        <p:nvSpPr>
          <p:cNvPr id="61" name="Content placeholder 47">
            <a:extLst>
              <a:ext uri="{FF2B5EF4-FFF2-40B4-BE49-F238E27FC236}">
                <a16:creationId xmlns:a16="http://schemas.microsoft.com/office/drawing/2014/main" id="{2EA753B3-D0BB-4484-85D1-E28345D99F4C}"/>
              </a:ext>
            </a:extLst>
          </p:cNvPr>
          <p:cNvSpPr>
            <a:spLocks noGrp="1"/>
          </p:cNvSpPr>
          <p:nvPr>
            <p:ph type="pic" sz="quarter" idx="73"/>
          </p:nvPr>
        </p:nvSpPr>
        <p:spPr>
          <a:xfrm>
            <a:off x="805991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5" name="Content placeholder 47" descr="Click icon to add picture">
            <a:extLst>
              <a:ext uri="{FF2B5EF4-FFF2-40B4-BE49-F238E27FC236}">
                <a16:creationId xmlns:a16="http://schemas.microsoft.com/office/drawing/2014/main" id="{20398AA4-3D68-487D-BE7C-9F1D45E3F5FF}"/>
              </a:ext>
            </a:extLst>
          </p:cNvPr>
          <p:cNvSpPr>
            <a:spLocks noGrp="1"/>
          </p:cNvSpPr>
          <p:nvPr>
            <p:ph type="body" sz="quarter" idx="59" hasCustomPrompt="1"/>
          </p:nvPr>
        </p:nvSpPr>
        <p:spPr>
          <a:xfrm>
            <a:off x="9309890" y="2032203"/>
            <a:ext cx="2098039" cy="701144"/>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46" name="Content placeholder 47">
            <a:extLst>
              <a:ext uri="{FF2B5EF4-FFF2-40B4-BE49-F238E27FC236}">
                <a16:creationId xmlns:a16="http://schemas.microsoft.com/office/drawing/2014/main" id="{6B623D7A-5E96-42AB-9B1F-14E445503187}"/>
              </a:ext>
            </a:extLst>
          </p:cNvPr>
          <p:cNvSpPr>
            <a:spLocks noGrp="1"/>
          </p:cNvSpPr>
          <p:nvPr>
            <p:ph type="body" sz="quarter" idx="60" hasCustomPrompt="1"/>
          </p:nvPr>
        </p:nvSpPr>
        <p:spPr>
          <a:xfrm>
            <a:off x="9309890" y="274640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a:t>Click to edit Master text styles </a:t>
            </a:r>
          </a:p>
        </p:txBody>
      </p:sp>
      <p:sp>
        <p:nvSpPr>
          <p:cNvPr id="49" name="Content placeholder 47">
            <a:extLst>
              <a:ext uri="{FF2B5EF4-FFF2-40B4-BE49-F238E27FC236}">
                <a16:creationId xmlns:a16="http://schemas.microsoft.com/office/drawing/2014/main" id="{EAA5B0EA-1F3B-4D8B-9BB9-F9037A393705}"/>
              </a:ext>
            </a:extLst>
          </p:cNvPr>
          <p:cNvSpPr>
            <a:spLocks noGrp="1"/>
          </p:cNvSpPr>
          <p:nvPr>
            <p:ph type="pic" sz="quarter" idx="70"/>
          </p:nvPr>
        </p:nvSpPr>
        <p:spPr>
          <a:xfrm>
            <a:off x="426979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7" name="Content placeholder 47" descr="Click icon to add picture">
            <a:extLst>
              <a:ext uri="{FF2B5EF4-FFF2-40B4-BE49-F238E27FC236}">
                <a16:creationId xmlns:a16="http://schemas.microsoft.com/office/drawing/2014/main" id="{2C93687D-1E42-4B01-9F16-9FA098CE1153}"/>
              </a:ext>
            </a:extLst>
          </p:cNvPr>
          <p:cNvSpPr>
            <a:spLocks noGrp="1"/>
          </p:cNvSpPr>
          <p:nvPr>
            <p:ph type="body" sz="quarter" idx="61" hasCustomPrompt="1"/>
          </p:nvPr>
        </p:nvSpPr>
        <p:spPr>
          <a:xfrm>
            <a:off x="5520210"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50" name="Content placeholder 47">
            <a:extLst>
              <a:ext uri="{FF2B5EF4-FFF2-40B4-BE49-F238E27FC236}">
                <a16:creationId xmlns:a16="http://schemas.microsoft.com/office/drawing/2014/main" id="{7AB91474-458B-45F7-9773-FA375C2CF7FD}"/>
              </a:ext>
            </a:extLst>
          </p:cNvPr>
          <p:cNvSpPr>
            <a:spLocks noGrp="1"/>
          </p:cNvSpPr>
          <p:nvPr>
            <p:ph type="body" sz="quarter" idx="62" hasCustomPrompt="1"/>
          </p:nvPr>
        </p:nvSpPr>
        <p:spPr>
          <a:xfrm>
            <a:off x="552021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a:t>Click to edit Master text styles </a:t>
            </a:r>
          </a:p>
        </p:txBody>
      </p:sp>
      <p:sp>
        <p:nvSpPr>
          <p:cNvPr id="62" name="Content placeholder 47">
            <a:extLst>
              <a:ext uri="{FF2B5EF4-FFF2-40B4-BE49-F238E27FC236}">
                <a16:creationId xmlns:a16="http://schemas.microsoft.com/office/drawing/2014/main" id="{52E587E7-A09A-4FB2-8774-8073E737F106}"/>
              </a:ext>
            </a:extLst>
          </p:cNvPr>
          <p:cNvSpPr>
            <a:spLocks noGrp="1"/>
          </p:cNvSpPr>
          <p:nvPr>
            <p:ph type="pic" sz="quarter" idx="74"/>
          </p:nvPr>
        </p:nvSpPr>
        <p:spPr>
          <a:xfrm>
            <a:off x="805991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1" name="Content placeholder 47" descr="Click icon to add picture">
            <a:extLst>
              <a:ext uri="{FF2B5EF4-FFF2-40B4-BE49-F238E27FC236}">
                <a16:creationId xmlns:a16="http://schemas.microsoft.com/office/drawing/2014/main" id="{FBF01DC7-D684-4484-B2AA-B50F7B1A00DA}"/>
              </a:ext>
            </a:extLst>
          </p:cNvPr>
          <p:cNvSpPr>
            <a:spLocks noGrp="1"/>
          </p:cNvSpPr>
          <p:nvPr>
            <p:ph type="body" sz="quarter" idx="63" hasCustomPrompt="1"/>
          </p:nvPr>
        </p:nvSpPr>
        <p:spPr>
          <a:xfrm>
            <a:off x="9309889"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52" name="Content placeholder 47">
            <a:extLst>
              <a:ext uri="{FF2B5EF4-FFF2-40B4-BE49-F238E27FC236}">
                <a16:creationId xmlns:a16="http://schemas.microsoft.com/office/drawing/2014/main" id="{6046C90F-8A25-4E70-9BC9-4496C6B94EBC}"/>
              </a:ext>
            </a:extLst>
          </p:cNvPr>
          <p:cNvSpPr>
            <a:spLocks noGrp="1"/>
          </p:cNvSpPr>
          <p:nvPr>
            <p:ph type="body" sz="quarter" idx="64" hasCustomPrompt="1"/>
          </p:nvPr>
        </p:nvSpPr>
        <p:spPr>
          <a:xfrm>
            <a:off x="930989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a:t>Click to edit Master text styles </a:t>
            </a:r>
          </a:p>
        </p:txBody>
      </p:sp>
      <p:sp>
        <p:nvSpPr>
          <p:cNvPr id="55" name="Content placeholder 47">
            <a:extLst>
              <a:ext uri="{FF2B5EF4-FFF2-40B4-BE49-F238E27FC236}">
                <a16:creationId xmlns:a16="http://schemas.microsoft.com/office/drawing/2014/main" id="{D05B9A22-6B21-40BB-BBC1-9586C432A97B}"/>
              </a:ext>
            </a:extLst>
          </p:cNvPr>
          <p:cNvSpPr>
            <a:spLocks noGrp="1"/>
          </p:cNvSpPr>
          <p:nvPr>
            <p:ph type="pic" sz="quarter" idx="71"/>
          </p:nvPr>
        </p:nvSpPr>
        <p:spPr>
          <a:xfrm>
            <a:off x="426979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3" name="Content placeholder 47" descr="Click icon to add picture">
            <a:extLst>
              <a:ext uri="{FF2B5EF4-FFF2-40B4-BE49-F238E27FC236}">
                <a16:creationId xmlns:a16="http://schemas.microsoft.com/office/drawing/2014/main" id="{F5E2B418-8D0E-4995-A3ED-4348C6F4A1AF}"/>
              </a:ext>
            </a:extLst>
          </p:cNvPr>
          <p:cNvSpPr>
            <a:spLocks noGrp="1"/>
          </p:cNvSpPr>
          <p:nvPr>
            <p:ph type="body" sz="quarter" idx="65" hasCustomPrompt="1"/>
          </p:nvPr>
        </p:nvSpPr>
        <p:spPr>
          <a:xfrm>
            <a:off x="5520210"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58" name="Content placeholder 47">
            <a:extLst>
              <a:ext uri="{FF2B5EF4-FFF2-40B4-BE49-F238E27FC236}">
                <a16:creationId xmlns:a16="http://schemas.microsoft.com/office/drawing/2014/main" id="{90A2A6E4-4D11-4F28-9D68-BC28580EBC05}"/>
              </a:ext>
            </a:extLst>
          </p:cNvPr>
          <p:cNvSpPr>
            <a:spLocks noGrp="1"/>
          </p:cNvSpPr>
          <p:nvPr>
            <p:ph type="body" sz="quarter" idx="66" hasCustomPrompt="1"/>
          </p:nvPr>
        </p:nvSpPr>
        <p:spPr>
          <a:xfrm>
            <a:off x="552021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a:t>Click to edit Master text styles </a:t>
            </a:r>
          </a:p>
        </p:txBody>
      </p:sp>
      <p:sp>
        <p:nvSpPr>
          <p:cNvPr id="63" name="Content placeholder 47">
            <a:extLst>
              <a:ext uri="{FF2B5EF4-FFF2-40B4-BE49-F238E27FC236}">
                <a16:creationId xmlns:a16="http://schemas.microsoft.com/office/drawing/2014/main" id="{A74DEBE4-2F74-4EB7-9501-8D37A3151B2A}"/>
              </a:ext>
            </a:extLst>
          </p:cNvPr>
          <p:cNvSpPr>
            <a:spLocks noGrp="1"/>
          </p:cNvSpPr>
          <p:nvPr>
            <p:ph type="pic" sz="quarter" idx="75"/>
          </p:nvPr>
        </p:nvSpPr>
        <p:spPr>
          <a:xfrm>
            <a:off x="805991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9" name="Content placeholder 47" descr="Click icon to add picture">
            <a:extLst>
              <a:ext uri="{FF2B5EF4-FFF2-40B4-BE49-F238E27FC236}">
                <a16:creationId xmlns:a16="http://schemas.microsoft.com/office/drawing/2014/main" id="{070D69EE-1032-4604-B201-FD13AE846E9E}"/>
              </a:ext>
            </a:extLst>
          </p:cNvPr>
          <p:cNvSpPr>
            <a:spLocks noGrp="1"/>
          </p:cNvSpPr>
          <p:nvPr>
            <p:ph type="body" sz="quarter" idx="67" hasCustomPrompt="1"/>
          </p:nvPr>
        </p:nvSpPr>
        <p:spPr>
          <a:xfrm>
            <a:off x="9313612"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60" name="Content placeholder 47">
            <a:extLst>
              <a:ext uri="{FF2B5EF4-FFF2-40B4-BE49-F238E27FC236}">
                <a16:creationId xmlns:a16="http://schemas.microsoft.com/office/drawing/2014/main" id="{B65187B8-CD7A-46B0-A851-E2456586E758}"/>
              </a:ext>
            </a:extLst>
          </p:cNvPr>
          <p:cNvSpPr>
            <a:spLocks noGrp="1"/>
          </p:cNvSpPr>
          <p:nvPr>
            <p:ph type="body" sz="quarter" idx="68" hasCustomPrompt="1"/>
          </p:nvPr>
        </p:nvSpPr>
        <p:spPr>
          <a:xfrm>
            <a:off x="930989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a:t>Click to edit Master text styles </a:t>
            </a:r>
          </a:p>
        </p:txBody>
      </p:sp>
      <p:sp>
        <p:nvSpPr>
          <p:cNvPr id="5" name="Footer Placeholder 4">
            <a:extLst>
              <a:ext uri="{FF2B5EF4-FFF2-40B4-BE49-F238E27FC236}">
                <a16:creationId xmlns:a16="http://schemas.microsoft.com/office/drawing/2014/main" id="{B2964988-2386-5A15-B085-00BD5D58E53C}"/>
              </a:ext>
            </a:extLst>
          </p:cNvPr>
          <p:cNvSpPr>
            <a:spLocks noGrp="1"/>
          </p:cNvSpPr>
          <p:nvPr>
            <p:ph type="ftr" sz="quarter" idx="76"/>
          </p:nvPr>
        </p:nvSpPr>
        <p:spPr/>
        <p:txBody>
          <a:bodyPr>
            <a:noAutofit/>
          </a:bodyPr>
          <a:lstStyle>
            <a:lvl1pPr>
              <a:defRPr>
                <a:solidFill>
                  <a:schemeClr val="accent6"/>
                </a:solidFill>
              </a:defRPr>
            </a:lvl1pPr>
          </a:lstStyle>
          <a:p>
            <a:r>
              <a:rPr lang="en-US"/>
              <a:t>Presentation title</a:t>
            </a:r>
          </a:p>
        </p:txBody>
      </p:sp>
      <p:sp>
        <p:nvSpPr>
          <p:cNvPr id="6" name="Slide Number Placeholder 5">
            <a:extLst>
              <a:ext uri="{FF2B5EF4-FFF2-40B4-BE49-F238E27FC236}">
                <a16:creationId xmlns:a16="http://schemas.microsoft.com/office/drawing/2014/main" id="{062CC095-C330-BF75-42CE-50A46EAD82C5}"/>
              </a:ext>
            </a:extLst>
          </p:cNvPr>
          <p:cNvSpPr>
            <a:spLocks noGrp="1"/>
          </p:cNvSpPr>
          <p:nvPr>
            <p:ph type="sldNum" sz="quarter" idx="77"/>
          </p:nvPr>
        </p:nvSpPr>
        <p:spPr/>
        <p:txBody>
          <a:bodyPr>
            <a:noAutofit/>
          </a:bodyPr>
          <a:lstStyle>
            <a:lvl1pPr>
              <a:defRPr b="0">
                <a:solidFill>
                  <a:schemeClr val="accent6"/>
                </a:solidFill>
              </a:defRPr>
            </a:lvl1pPr>
          </a:lstStyle>
          <a:p>
            <a:fld id="{47FEACEE-25B4-4A2D-B147-27296E36371D}" type="slidenum">
              <a:rPr lang="en-US" altLang="zh-CN" smtClean="0"/>
              <a:pPr/>
              <a:t>‹#›</a:t>
            </a:fld>
            <a:endParaRPr lang="en-US" altLang="zh-CN"/>
          </a:p>
        </p:txBody>
      </p:sp>
    </p:spTree>
    <p:extLst>
      <p:ext uri="{BB962C8B-B14F-4D97-AF65-F5344CB8AC3E}">
        <p14:creationId xmlns:p14="http://schemas.microsoft.com/office/powerpoint/2010/main" val="3743117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with Icons">
    <p:spTree>
      <p:nvGrpSpPr>
        <p:cNvPr id="1" name=""/>
        <p:cNvGrpSpPr/>
        <p:nvPr/>
      </p:nvGrpSpPr>
      <p:grpSpPr>
        <a:xfrm>
          <a:off x="0" y="0"/>
          <a:ext cx="0" cy="0"/>
          <a:chOff x="0" y="0"/>
          <a:chExt cx="0" cy="0"/>
        </a:xfrm>
      </p:grpSpPr>
      <p:sp>
        <p:nvSpPr>
          <p:cNvPr id="4" name="Freeform: Shape 6">
            <a:extLst>
              <a:ext uri="{FF2B5EF4-FFF2-40B4-BE49-F238E27FC236}">
                <a16:creationId xmlns:a16="http://schemas.microsoft.com/office/drawing/2014/main" id="{A533F602-EEC9-45F6-8223-8C8F4914919D}"/>
              </a:ext>
            </a:extLst>
          </p:cNvPr>
          <p:cNvSpPr/>
          <p:nvPr userDrawn="1"/>
        </p:nvSpPr>
        <p:spPr>
          <a:xfrm>
            <a:off x="2121636" y="2070606"/>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5" name="Freeform: Shape 7">
            <a:extLst>
              <a:ext uri="{FF2B5EF4-FFF2-40B4-BE49-F238E27FC236}">
                <a16:creationId xmlns:a16="http://schemas.microsoft.com/office/drawing/2014/main" id="{08F73F8C-5CF8-4470-AE2B-8E6D7952FF3E}"/>
              </a:ext>
            </a:extLst>
          </p:cNvPr>
          <p:cNvSpPr/>
          <p:nvPr userDrawn="1"/>
        </p:nvSpPr>
        <p:spPr>
          <a:xfrm>
            <a:off x="4174867" y="207344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6" name="Freeform: Shape 8">
            <a:extLst>
              <a:ext uri="{FF2B5EF4-FFF2-40B4-BE49-F238E27FC236}">
                <a16:creationId xmlns:a16="http://schemas.microsoft.com/office/drawing/2014/main" id="{1299AD72-44AB-4D37-ABBB-9E295508DDB5}"/>
              </a:ext>
            </a:extLst>
          </p:cNvPr>
          <p:cNvSpPr/>
          <p:nvPr userDrawn="1"/>
        </p:nvSpPr>
        <p:spPr>
          <a:xfrm>
            <a:off x="6308379" y="206452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7" name="Freeform: Shape 9">
            <a:extLst>
              <a:ext uri="{FF2B5EF4-FFF2-40B4-BE49-F238E27FC236}">
                <a16:creationId xmlns:a16="http://schemas.microsoft.com/office/drawing/2014/main" id="{834981F1-A16D-4CA2-8001-0D2A65539268}"/>
              </a:ext>
            </a:extLst>
          </p:cNvPr>
          <p:cNvSpPr/>
          <p:nvPr userDrawn="1"/>
        </p:nvSpPr>
        <p:spPr>
          <a:xfrm>
            <a:off x="8407152" y="206898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31" name="Content placeholder 47" descr="Click icon to add picture">
            <a:extLst>
              <a:ext uri="{FF2B5EF4-FFF2-40B4-BE49-F238E27FC236}">
                <a16:creationId xmlns:a16="http://schemas.microsoft.com/office/drawing/2014/main" id="{7AA46292-B7E4-4DB5-85D0-C4F19D66F86C}"/>
              </a:ext>
            </a:extLst>
          </p:cNvPr>
          <p:cNvSpPr>
            <a:spLocks noGrp="1"/>
          </p:cNvSpPr>
          <p:nvPr>
            <p:ph type="body" sz="quarter" idx="27" hasCustomPrompt="1"/>
          </p:nvPr>
        </p:nvSpPr>
        <p:spPr>
          <a:xfrm>
            <a:off x="821770"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32" name="Content placeholder 47">
            <a:extLst>
              <a:ext uri="{FF2B5EF4-FFF2-40B4-BE49-F238E27FC236}">
                <a16:creationId xmlns:a16="http://schemas.microsoft.com/office/drawing/2014/main" id="{382E7D57-1A1A-432F-AEA9-9730DEE1572B}"/>
              </a:ext>
            </a:extLst>
          </p:cNvPr>
          <p:cNvSpPr>
            <a:spLocks noGrp="1"/>
          </p:cNvSpPr>
          <p:nvPr>
            <p:ph type="body" sz="quarter" idx="28" hasCustomPrompt="1"/>
          </p:nvPr>
        </p:nvSpPr>
        <p:spPr>
          <a:xfrm>
            <a:off x="912627"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a:t>Click to edit Master text styles </a:t>
            </a:r>
          </a:p>
        </p:txBody>
      </p:sp>
      <p:sp>
        <p:nvSpPr>
          <p:cNvPr id="33" name="Content placeholder 47" descr="Click icon to add picture">
            <a:extLst>
              <a:ext uri="{FF2B5EF4-FFF2-40B4-BE49-F238E27FC236}">
                <a16:creationId xmlns:a16="http://schemas.microsoft.com/office/drawing/2014/main" id="{E51F0384-440E-45B9-91E7-78CA13DE0B98}"/>
              </a:ext>
            </a:extLst>
          </p:cNvPr>
          <p:cNvSpPr>
            <a:spLocks noGrp="1"/>
          </p:cNvSpPr>
          <p:nvPr>
            <p:ph type="body" sz="quarter" idx="49" hasCustomPrompt="1"/>
          </p:nvPr>
        </p:nvSpPr>
        <p:spPr>
          <a:xfrm>
            <a:off x="2888314"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34" name="Content placeholder 47">
            <a:extLst>
              <a:ext uri="{FF2B5EF4-FFF2-40B4-BE49-F238E27FC236}">
                <a16:creationId xmlns:a16="http://schemas.microsoft.com/office/drawing/2014/main" id="{35EAE525-3692-40E8-894E-B19171FF64F6}"/>
              </a:ext>
            </a:extLst>
          </p:cNvPr>
          <p:cNvSpPr>
            <a:spLocks noGrp="1"/>
          </p:cNvSpPr>
          <p:nvPr>
            <p:ph type="body" sz="quarter" idx="50" hasCustomPrompt="1"/>
          </p:nvPr>
        </p:nvSpPr>
        <p:spPr>
          <a:xfrm>
            <a:off x="2979171"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a:t>Click to edit Master text styles </a:t>
            </a:r>
          </a:p>
        </p:txBody>
      </p:sp>
      <p:sp>
        <p:nvSpPr>
          <p:cNvPr id="35" name="Content placeholder 47" descr="Click icon to add picture">
            <a:extLst>
              <a:ext uri="{FF2B5EF4-FFF2-40B4-BE49-F238E27FC236}">
                <a16:creationId xmlns:a16="http://schemas.microsoft.com/office/drawing/2014/main" id="{847DC539-F391-4470-96EB-486AB02DADBB}"/>
              </a:ext>
            </a:extLst>
          </p:cNvPr>
          <p:cNvSpPr>
            <a:spLocks noGrp="1"/>
          </p:cNvSpPr>
          <p:nvPr>
            <p:ph type="body" sz="quarter" idx="51" hasCustomPrompt="1"/>
          </p:nvPr>
        </p:nvSpPr>
        <p:spPr>
          <a:xfrm>
            <a:off x="5073898"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36" name="Content placeholder 47">
            <a:extLst>
              <a:ext uri="{FF2B5EF4-FFF2-40B4-BE49-F238E27FC236}">
                <a16:creationId xmlns:a16="http://schemas.microsoft.com/office/drawing/2014/main" id="{50988645-D146-4AFE-B87D-279279577176}"/>
              </a:ext>
            </a:extLst>
          </p:cNvPr>
          <p:cNvSpPr>
            <a:spLocks noGrp="1"/>
          </p:cNvSpPr>
          <p:nvPr>
            <p:ph type="body" sz="quarter" idx="52" hasCustomPrompt="1"/>
          </p:nvPr>
        </p:nvSpPr>
        <p:spPr>
          <a:xfrm>
            <a:off x="5164755"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a:t>Click to edit Master text styles </a:t>
            </a:r>
          </a:p>
        </p:txBody>
      </p:sp>
      <p:sp>
        <p:nvSpPr>
          <p:cNvPr id="37" name="Content placeholder 47" descr="Click icon to add picture">
            <a:extLst>
              <a:ext uri="{FF2B5EF4-FFF2-40B4-BE49-F238E27FC236}">
                <a16:creationId xmlns:a16="http://schemas.microsoft.com/office/drawing/2014/main" id="{6712E8AC-14E0-42CC-8037-7C1D0E044B61}"/>
              </a:ext>
            </a:extLst>
          </p:cNvPr>
          <p:cNvSpPr>
            <a:spLocks noGrp="1"/>
          </p:cNvSpPr>
          <p:nvPr>
            <p:ph type="body" sz="quarter" idx="53" hasCustomPrompt="1"/>
          </p:nvPr>
        </p:nvSpPr>
        <p:spPr>
          <a:xfrm>
            <a:off x="7259482"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38" name="Content placeholder 47">
            <a:extLst>
              <a:ext uri="{FF2B5EF4-FFF2-40B4-BE49-F238E27FC236}">
                <a16:creationId xmlns:a16="http://schemas.microsoft.com/office/drawing/2014/main" id="{C68DF822-6F14-4839-BD33-6874C8136EE0}"/>
              </a:ext>
            </a:extLst>
          </p:cNvPr>
          <p:cNvSpPr>
            <a:spLocks noGrp="1"/>
          </p:cNvSpPr>
          <p:nvPr>
            <p:ph type="body" sz="quarter" idx="54" hasCustomPrompt="1"/>
          </p:nvPr>
        </p:nvSpPr>
        <p:spPr>
          <a:xfrm>
            <a:off x="7350339"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a:t>Click to edit Master text styles </a:t>
            </a:r>
          </a:p>
        </p:txBody>
      </p:sp>
      <p:sp>
        <p:nvSpPr>
          <p:cNvPr id="39" name="Content placeholder 47" descr="Click icon to add picture">
            <a:extLst>
              <a:ext uri="{FF2B5EF4-FFF2-40B4-BE49-F238E27FC236}">
                <a16:creationId xmlns:a16="http://schemas.microsoft.com/office/drawing/2014/main" id="{2D1F75C7-DA21-4400-B066-F38190B4F520}"/>
              </a:ext>
            </a:extLst>
          </p:cNvPr>
          <p:cNvSpPr>
            <a:spLocks noGrp="1"/>
          </p:cNvSpPr>
          <p:nvPr>
            <p:ph type="body" sz="quarter" idx="55" hasCustomPrompt="1"/>
          </p:nvPr>
        </p:nvSpPr>
        <p:spPr>
          <a:xfrm>
            <a:off x="9445066"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40" name="Content placeholder 47">
            <a:extLst>
              <a:ext uri="{FF2B5EF4-FFF2-40B4-BE49-F238E27FC236}">
                <a16:creationId xmlns:a16="http://schemas.microsoft.com/office/drawing/2014/main" id="{F7CF6BF0-A40D-4F18-B9DF-D9C4106065D2}"/>
              </a:ext>
            </a:extLst>
          </p:cNvPr>
          <p:cNvSpPr>
            <a:spLocks noGrp="1"/>
          </p:cNvSpPr>
          <p:nvPr>
            <p:ph type="body" sz="quarter" idx="56" hasCustomPrompt="1"/>
          </p:nvPr>
        </p:nvSpPr>
        <p:spPr>
          <a:xfrm>
            <a:off x="9535923"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a:t>Click to edit Master text styles </a:t>
            </a:r>
          </a:p>
        </p:txBody>
      </p:sp>
      <p:sp>
        <p:nvSpPr>
          <p:cNvPr id="41" name="Content placeholder 47">
            <a:extLst>
              <a:ext uri="{FF2B5EF4-FFF2-40B4-BE49-F238E27FC236}">
                <a16:creationId xmlns:a16="http://schemas.microsoft.com/office/drawing/2014/main" id="{95C6B2A2-937E-4C7D-92E3-8A105DD43A98}"/>
              </a:ext>
            </a:extLst>
          </p:cNvPr>
          <p:cNvSpPr>
            <a:spLocks noGrp="1"/>
          </p:cNvSpPr>
          <p:nvPr>
            <p:ph type="pic" sz="quarter" idx="57"/>
          </p:nvPr>
        </p:nvSpPr>
        <p:spPr>
          <a:xfrm>
            <a:off x="983282"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2" name="Content placeholder 47">
            <a:extLst>
              <a:ext uri="{FF2B5EF4-FFF2-40B4-BE49-F238E27FC236}">
                <a16:creationId xmlns:a16="http://schemas.microsoft.com/office/drawing/2014/main" id="{A9ECEF10-95EB-4F03-B3B1-8FC0E421618E}"/>
              </a:ext>
            </a:extLst>
          </p:cNvPr>
          <p:cNvSpPr>
            <a:spLocks noGrp="1"/>
          </p:cNvSpPr>
          <p:nvPr>
            <p:ph type="pic" sz="quarter" idx="58"/>
          </p:nvPr>
        </p:nvSpPr>
        <p:spPr>
          <a:xfrm>
            <a:off x="310934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a:extLst>
              <a:ext uri="{FF2B5EF4-FFF2-40B4-BE49-F238E27FC236}">
                <a16:creationId xmlns:a16="http://schemas.microsoft.com/office/drawing/2014/main" id="{12D92FE1-9874-49B8-8FDC-F903A4843015}"/>
              </a:ext>
            </a:extLst>
          </p:cNvPr>
          <p:cNvSpPr>
            <a:spLocks noGrp="1"/>
          </p:cNvSpPr>
          <p:nvPr>
            <p:ph type="pic" sz="quarter" idx="59"/>
          </p:nvPr>
        </p:nvSpPr>
        <p:spPr>
          <a:xfrm>
            <a:off x="5235410"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4" name="Content placeholder 47">
            <a:extLst>
              <a:ext uri="{FF2B5EF4-FFF2-40B4-BE49-F238E27FC236}">
                <a16:creationId xmlns:a16="http://schemas.microsoft.com/office/drawing/2014/main" id="{12070F52-AB91-476E-9FE0-5403568A11DD}"/>
              </a:ext>
            </a:extLst>
          </p:cNvPr>
          <p:cNvSpPr>
            <a:spLocks noGrp="1"/>
          </p:cNvSpPr>
          <p:nvPr>
            <p:ph type="pic" sz="quarter" idx="60"/>
          </p:nvPr>
        </p:nvSpPr>
        <p:spPr>
          <a:xfrm>
            <a:off x="7361474"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5" name="Content placeholder 47">
            <a:extLst>
              <a:ext uri="{FF2B5EF4-FFF2-40B4-BE49-F238E27FC236}">
                <a16:creationId xmlns:a16="http://schemas.microsoft.com/office/drawing/2014/main" id="{13AE459B-26D7-43FC-BE0B-EF7B119D7D40}"/>
              </a:ext>
            </a:extLst>
          </p:cNvPr>
          <p:cNvSpPr>
            <a:spLocks noGrp="1"/>
          </p:cNvSpPr>
          <p:nvPr>
            <p:ph type="pic" sz="quarter" idx="61"/>
          </p:nvPr>
        </p:nvSpPr>
        <p:spPr>
          <a:xfrm>
            <a:off x="948753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25" name="Title Placeholder 4">
            <a:extLst>
              <a:ext uri="{FF2B5EF4-FFF2-40B4-BE49-F238E27FC236}">
                <a16:creationId xmlns:a16="http://schemas.microsoft.com/office/drawing/2014/main" id="{C8ECEE37-7B17-4FD7-2612-FBD357E104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p>
        </p:txBody>
      </p:sp>
      <p:sp>
        <p:nvSpPr>
          <p:cNvPr id="2" name="Footer Placeholder 1">
            <a:extLst>
              <a:ext uri="{FF2B5EF4-FFF2-40B4-BE49-F238E27FC236}">
                <a16:creationId xmlns:a16="http://schemas.microsoft.com/office/drawing/2014/main" id="{F7F2CD23-FF0B-8184-9F40-957043412F1C}"/>
              </a:ext>
            </a:extLst>
          </p:cNvPr>
          <p:cNvSpPr>
            <a:spLocks noGrp="1"/>
          </p:cNvSpPr>
          <p:nvPr>
            <p:ph type="ftr" sz="quarter" idx="62"/>
          </p:nvPr>
        </p:nvSpPr>
        <p:spPr/>
        <p:txBody>
          <a:bodyPr>
            <a:noAutofit/>
          </a:bodyPr>
          <a:lstStyle>
            <a:lvl1pPr>
              <a:defRPr>
                <a:solidFill>
                  <a:schemeClr val="accent6"/>
                </a:solidFill>
              </a:defRPr>
            </a:lvl1pPr>
          </a:lstStyle>
          <a:p>
            <a:r>
              <a:rPr lang="en-US"/>
              <a:t>Presentation title</a:t>
            </a:r>
          </a:p>
        </p:txBody>
      </p:sp>
      <p:sp>
        <p:nvSpPr>
          <p:cNvPr id="3" name="Slide Number Placeholder 2">
            <a:extLst>
              <a:ext uri="{FF2B5EF4-FFF2-40B4-BE49-F238E27FC236}">
                <a16:creationId xmlns:a16="http://schemas.microsoft.com/office/drawing/2014/main" id="{7876D293-58F2-B8E9-6576-2676F210D7CF}"/>
              </a:ext>
            </a:extLst>
          </p:cNvPr>
          <p:cNvSpPr>
            <a:spLocks noGrp="1"/>
          </p:cNvSpPr>
          <p:nvPr>
            <p:ph type="sldNum" sz="quarter" idx="6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a:p>
        </p:txBody>
      </p:sp>
    </p:spTree>
    <p:extLst>
      <p:ext uri="{BB962C8B-B14F-4D97-AF65-F5344CB8AC3E}">
        <p14:creationId xmlns:p14="http://schemas.microsoft.com/office/powerpoint/2010/main" val="693317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32" name="Content placeholder 47">
            <a:extLst>
              <a:ext uri="{FF2B5EF4-FFF2-40B4-BE49-F238E27FC236}">
                <a16:creationId xmlns:a16="http://schemas.microsoft.com/office/drawing/2014/main" id="{67FF6BA4-2B1B-4B51-9FE3-A67E3DCC3184}"/>
              </a:ext>
            </a:extLst>
          </p:cNvPr>
          <p:cNvSpPr>
            <a:spLocks noGrp="1"/>
          </p:cNvSpPr>
          <p:nvPr>
            <p:ph type="body" sz="quarter" idx="32" hasCustomPrompt="1"/>
          </p:nvPr>
        </p:nvSpPr>
        <p:spPr>
          <a:xfrm>
            <a:off x="838200"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30" name="Content placeholder 47">
            <a:extLst>
              <a:ext uri="{FF2B5EF4-FFF2-40B4-BE49-F238E27FC236}">
                <a16:creationId xmlns:a16="http://schemas.microsoft.com/office/drawing/2014/main" id="{88E2377A-ED6B-4D69-A9DC-647CB22A5204}"/>
              </a:ext>
            </a:extLst>
          </p:cNvPr>
          <p:cNvSpPr>
            <a:spLocks noGrp="1"/>
          </p:cNvSpPr>
          <p:nvPr>
            <p:ph type="body" sz="quarter" idx="50" hasCustomPrompt="1"/>
          </p:nvPr>
        </p:nvSpPr>
        <p:spPr>
          <a:xfrm>
            <a:off x="3000303" y="2929823"/>
            <a:ext cx="1867186" cy="2471878"/>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31" name="Content placeholder 47">
            <a:extLst>
              <a:ext uri="{FF2B5EF4-FFF2-40B4-BE49-F238E27FC236}">
                <a16:creationId xmlns:a16="http://schemas.microsoft.com/office/drawing/2014/main" id="{ECC27D7D-FA65-E93F-3C7E-AADBF7E0CC2C}"/>
              </a:ext>
            </a:extLst>
          </p:cNvPr>
          <p:cNvSpPr>
            <a:spLocks noGrp="1"/>
          </p:cNvSpPr>
          <p:nvPr>
            <p:ph type="body" sz="quarter" idx="51" hasCustomPrompt="1"/>
          </p:nvPr>
        </p:nvSpPr>
        <p:spPr>
          <a:xfrm>
            <a:off x="5164216"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33" name="Content placeholder 47">
            <a:extLst>
              <a:ext uri="{FF2B5EF4-FFF2-40B4-BE49-F238E27FC236}">
                <a16:creationId xmlns:a16="http://schemas.microsoft.com/office/drawing/2014/main" id="{DF5280E4-E86B-9E17-04A1-072A8148C3BD}"/>
              </a:ext>
            </a:extLst>
          </p:cNvPr>
          <p:cNvSpPr>
            <a:spLocks noGrp="1"/>
          </p:cNvSpPr>
          <p:nvPr>
            <p:ph type="body" sz="quarter" idx="52" hasCustomPrompt="1"/>
          </p:nvPr>
        </p:nvSpPr>
        <p:spPr>
          <a:xfrm>
            <a:off x="7326319"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37" name="Content placeholder 47">
            <a:extLst>
              <a:ext uri="{FF2B5EF4-FFF2-40B4-BE49-F238E27FC236}">
                <a16:creationId xmlns:a16="http://schemas.microsoft.com/office/drawing/2014/main" id="{42F4F0D3-AF64-7F92-FF1C-F5D1DC62A388}"/>
              </a:ext>
            </a:extLst>
          </p:cNvPr>
          <p:cNvSpPr>
            <a:spLocks noGrp="1"/>
          </p:cNvSpPr>
          <p:nvPr>
            <p:ph type="body" sz="quarter" idx="53" hasCustomPrompt="1"/>
          </p:nvPr>
        </p:nvSpPr>
        <p:spPr>
          <a:xfrm>
            <a:off x="9488424"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27" name="Content placeholder 47">
            <a:extLst>
              <a:ext uri="{FF2B5EF4-FFF2-40B4-BE49-F238E27FC236}">
                <a16:creationId xmlns:a16="http://schemas.microsoft.com/office/drawing/2014/main" id="{43D089D6-48B5-43AB-A887-EEF910BA9161}"/>
              </a:ext>
            </a:extLst>
          </p:cNvPr>
          <p:cNvSpPr>
            <a:spLocks noGrp="1"/>
          </p:cNvSpPr>
          <p:nvPr>
            <p:ph type="body" sz="quarter" idx="27" hasCustomPrompt="1"/>
          </p:nvPr>
        </p:nvSpPr>
        <p:spPr>
          <a:xfrm>
            <a:off x="838200"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a:t>Click to edit Master title style</a:t>
            </a:r>
            <a:endParaRPr lang="zh-CN" altLang="en-US"/>
          </a:p>
        </p:txBody>
      </p:sp>
      <p:sp>
        <p:nvSpPr>
          <p:cNvPr id="24" name="Title Placeholder 4">
            <a:extLst>
              <a:ext uri="{FF2B5EF4-FFF2-40B4-BE49-F238E27FC236}">
                <a16:creationId xmlns:a16="http://schemas.microsoft.com/office/drawing/2014/main" id="{69ABDED2-7EB3-3ABE-90D0-E6C00F806D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p>
        </p:txBody>
      </p:sp>
      <p:sp>
        <p:nvSpPr>
          <p:cNvPr id="25" name="Content placeholder 47">
            <a:extLst>
              <a:ext uri="{FF2B5EF4-FFF2-40B4-BE49-F238E27FC236}">
                <a16:creationId xmlns:a16="http://schemas.microsoft.com/office/drawing/2014/main" id="{476A31DC-7395-007C-8BA1-C38E5B289CF5}"/>
              </a:ext>
            </a:extLst>
          </p:cNvPr>
          <p:cNvSpPr>
            <a:spLocks noGrp="1"/>
          </p:cNvSpPr>
          <p:nvPr>
            <p:ph type="body" sz="quarter" idx="46" hasCustomPrompt="1"/>
          </p:nvPr>
        </p:nvSpPr>
        <p:spPr>
          <a:xfrm>
            <a:off x="3000756"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a:t>Click to edit Master title style</a:t>
            </a:r>
            <a:endParaRPr lang="zh-CN" altLang="en-US"/>
          </a:p>
        </p:txBody>
      </p:sp>
      <p:sp>
        <p:nvSpPr>
          <p:cNvPr id="26" name="Content placeholder 47">
            <a:extLst>
              <a:ext uri="{FF2B5EF4-FFF2-40B4-BE49-F238E27FC236}">
                <a16:creationId xmlns:a16="http://schemas.microsoft.com/office/drawing/2014/main" id="{35CE0786-D87B-DD89-C418-C53C1B7E610B}"/>
              </a:ext>
            </a:extLst>
          </p:cNvPr>
          <p:cNvSpPr>
            <a:spLocks noGrp="1"/>
          </p:cNvSpPr>
          <p:nvPr>
            <p:ph type="body" sz="quarter" idx="47" hasCustomPrompt="1"/>
          </p:nvPr>
        </p:nvSpPr>
        <p:spPr>
          <a:xfrm>
            <a:off x="5163312"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a:t>Click to edit Master title style</a:t>
            </a:r>
            <a:endParaRPr lang="zh-CN" altLang="en-US"/>
          </a:p>
        </p:txBody>
      </p:sp>
      <p:sp>
        <p:nvSpPr>
          <p:cNvPr id="28" name="Content placeholder 47">
            <a:extLst>
              <a:ext uri="{FF2B5EF4-FFF2-40B4-BE49-F238E27FC236}">
                <a16:creationId xmlns:a16="http://schemas.microsoft.com/office/drawing/2014/main" id="{7C7F2E6C-1DCD-3C6A-4830-5BF230A3AAB2}"/>
              </a:ext>
            </a:extLst>
          </p:cNvPr>
          <p:cNvSpPr>
            <a:spLocks noGrp="1"/>
          </p:cNvSpPr>
          <p:nvPr>
            <p:ph type="body" sz="quarter" idx="48" hasCustomPrompt="1"/>
          </p:nvPr>
        </p:nvSpPr>
        <p:spPr>
          <a:xfrm>
            <a:off x="7325868"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a:t>Click to edit Master title style</a:t>
            </a:r>
            <a:endParaRPr lang="zh-CN" altLang="en-US"/>
          </a:p>
        </p:txBody>
      </p:sp>
      <p:sp>
        <p:nvSpPr>
          <p:cNvPr id="29" name="Content placeholder 47">
            <a:extLst>
              <a:ext uri="{FF2B5EF4-FFF2-40B4-BE49-F238E27FC236}">
                <a16:creationId xmlns:a16="http://schemas.microsoft.com/office/drawing/2014/main" id="{56A87F6E-D6C5-8903-BC20-313810046034}"/>
              </a:ext>
            </a:extLst>
          </p:cNvPr>
          <p:cNvSpPr>
            <a:spLocks noGrp="1"/>
          </p:cNvSpPr>
          <p:nvPr>
            <p:ph type="body" sz="quarter" idx="49" hasCustomPrompt="1"/>
          </p:nvPr>
        </p:nvSpPr>
        <p:spPr>
          <a:xfrm>
            <a:off x="9488424"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a:t>Click to edit Master title style</a:t>
            </a:r>
            <a:endParaRPr lang="zh-CN" altLang="en-US"/>
          </a:p>
        </p:txBody>
      </p:sp>
      <p:sp>
        <p:nvSpPr>
          <p:cNvPr id="11" name="Footer Placeholder 10">
            <a:extLst>
              <a:ext uri="{FF2B5EF4-FFF2-40B4-BE49-F238E27FC236}">
                <a16:creationId xmlns:a16="http://schemas.microsoft.com/office/drawing/2014/main" id="{7218367E-FDD8-A1F8-8E0F-A365771B85F7}"/>
              </a:ext>
            </a:extLst>
          </p:cNvPr>
          <p:cNvSpPr>
            <a:spLocks noGrp="1"/>
          </p:cNvSpPr>
          <p:nvPr>
            <p:ph type="ftr" sz="quarter" idx="54"/>
          </p:nvPr>
        </p:nvSpPr>
        <p:spPr/>
        <p:txBody>
          <a:bodyPr>
            <a:noAutofit/>
          </a:bodyPr>
          <a:lstStyle/>
          <a:p>
            <a:r>
              <a:rPr lang="en-US" noProof="0"/>
              <a:t>Presentation title</a:t>
            </a:r>
          </a:p>
        </p:txBody>
      </p:sp>
      <p:sp>
        <p:nvSpPr>
          <p:cNvPr id="12" name="Slide Number Placeholder 11">
            <a:extLst>
              <a:ext uri="{FF2B5EF4-FFF2-40B4-BE49-F238E27FC236}">
                <a16:creationId xmlns:a16="http://schemas.microsoft.com/office/drawing/2014/main" id="{77ECE300-0AB8-85A0-D4D3-B948DDA7B00F}"/>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a:p>
        </p:txBody>
      </p:sp>
    </p:spTree>
    <p:extLst>
      <p:ext uri="{BB962C8B-B14F-4D97-AF65-F5344CB8AC3E}">
        <p14:creationId xmlns:p14="http://schemas.microsoft.com/office/powerpoint/2010/main" val="26498592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66" name="Freeform: Shape 25">
            <a:extLst>
              <a:ext uri="{FF2B5EF4-FFF2-40B4-BE49-F238E27FC236}">
                <a16:creationId xmlns:a16="http://schemas.microsoft.com/office/drawing/2014/main" id="{D61EE2E4-C5DD-4944-B70C-8F0A3F741A59}"/>
              </a:ext>
            </a:extLst>
          </p:cNvPr>
          <p:cNvSpPr/>
          <p:nvPr userDrawn="1"/>
        </p:nvSpPr>
        <p:spPr>
          <a:xfrm>
            <a:off x="1295508" y="3039919"/>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67" name="Freeform: Shape 26">
            <a:extLst>
              <a:ext uri="{FF2B5EF4-FFF2-40B4-BE49-F238E27FC236}">
                <a16:creationId xmlns:a16="http://schemas.microsoft.com/office/drawing/2014/main" id="{91FA36A8-94E8-4069-B957-F7145D77BD5F}"/>
              </a:ext>
            </a:extLst>
          </p:cNvPr>
          <p:cNvSpPr/>
          <p:nvPr userDrawn="1"/>
        </p:nvSpPr>
        <p:spPr>
          <a:xfrm>
            <a:off x="3670763"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68" name="Freeform: Shape 27">
            <a:extLst>
              <a:ext uri="{FF2B5EF4-FFF2-40B4-BE49-F238E27FC236}">
                <a16:creationId xmlns:a16="http://schemas.microsoft.com/office/drawing/2014/main" id="{7D38D67C-B6B8-4EB2-BC07-4A8128F44D16}"/>
              </a:ext>
            </a:extLst>
          </p:cNvPr>
          <p:cNvSpPr/>
          <p:nvPr userDrawn="1"/>
        </p:nvSpPr>
        <p:spPr>
          <a:xfrm>
            <a:off x="4865676" y="3722308"/>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69" name="Freeform: Shape 28">
            <a:extLst>
              <a:ext uri="{FF2B5EF4-FFF2-40B4-BE49-F238E27FC236}">
                <a16:creationId xmlns:a16="http://schemas.microsoft.com/office/drawing/2014/main" id="{6B2E4C8C-D96E-4A66-A3D2-3580DACCF801}"/>
              </a:ext>
            </a:extLst>
          </p:cNvPr>
          <p:cNvSpPr/>
          <p:nvPr userDrawn="1"/>
        </p:nvSpPr>
        <p:spPr>
          <a:xfrm>
            <a:off x="7245668" y="3725411"/>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70" name="Freeform: Shape 29">
            <a:extLst>
              <a:ext uri="{FF2B5EF4-FFF2-40B4-BE49-F238E27FC236}">
                <a16:creationId xmlns:a16="http://schemas.microsoft.com/office/drawing/2014/main" id="{74E0B8B0-45C7-4733-BBDC-B82F9307E431}"/>
              </a:ext>
            </a:extLst>
          </p:cNvPr>
          <p:cNvSpPr/>
          <p:nvPr userDrawn="1"/>
        </p:nvSpPr>
        <p:spPr>
          <a:xfrm>
            <a:off x="8440729"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71" name="Freeform: Shape 30">
            <a:extLst>
              <a:ext uri="{FF2B5EF4-FFF2-40B4-BE49-F238E27FC236}">
                <a16:creationId xmlns:a16="http://schemas.microsoft.com/office/drawing/2014/main" id="{F0BBECC2-631C-4C53-A9E8-6C87D48A3B01}"/>
              </a:ext>
            </a:extLst>
          </p:cNvPr>
          <p:cNvSpPr/>
          <p:nvPr userDrawn="1"/>
        </p:nvSpPr>
        <p:spPr>
          <a:xfrm>
            <a:off x="1274779" y="1667026"/>
            <a:ext cx="7152768" cy="2736950"/>
          </a:xfrm>
          <a:custGeom>
            <a:avLst/>
            <a:gdLst>
              <a:gd name="connsiteX0" fmla="*/ 0 w 5958191"/>
              <a:gd name="connsiteY0" fmla="*/ 2052536 h 2733472"/>
              <a:gd name="connsiteX1" fmla="*/ 1186774 w 5958191"/>
              <a:gd name="connsiteY1" fmla="*/ 1361872 h 2733472"/>
              <a:gd name="connsiteX2" fmla="*/ 2368685 w 5958191"/>
              <a:gd name="connsiteY2" fmla="*/ 2057400 h 2733472"/>
              <a:gd name="connsiteX3" fmla="*/ 2378413 w 5958191"/>
              <a:gd name="connsiteY3" fmla="*/ 690664 h 2733472"/>
              <a:gd name="connsiteX4" fmla="*/ 3570051 w 5958191"/>
              <a:gd name="connsiteY4" fmla="*/ 0 h 2733472"/>
              <a:gd name="connsiteX5" fmla="*/ 4761689 w 5958191"/>
              <a:gd name="connsiteY5" fmla="*/ 680936 h 2733472"/>
              <a:gd name="connsiteX6" fmla="*/ 4756825 w 5958191"/>
              <a:gd name="connsiteY6" fmla="*/ 2052536 h 2733472"/>
              <a:gd name="connsiteX7" fmla="*/ 5958191 w 5958191"/>
              <a:gd name="connsiteY7" fmla="*/ 2733472 h 2733472"/>
              <a:gd name="connsiteX8" fmla="*/ 5958191 w 5958191"/>
              <a:gd name="connsiteY8" fmla="*/ 2733472 h 2733472"/>
              <a:gd name="connsiteX0" fmla="*/ 0 w 7159557"/>
              <a:gd name="connsiteY0" fmla="*/ 2052536 h 2733472"/>
              <a:gd name="connsiteX1" fmla="*/ 1186774 w 7159557"/>
              <a:gd name="connsiteY1" fmla="*/ 1361872 h 2733472"/>
              <a:gd name="connsiteX2" fmla="*/ 2368685 w 7159557"/>
              <a:gd name="connsiteY2" fmla="*/ 2057400 h 2733472"/>
              <a:gd name="connsiteX3" fmla="*/ 2378413 w 7159557"/>
              <a:gd name="connsiteY3" fmla="*/ 690664 h 2733472"/>
              <a:gd name="connsiteX4" fmla="*/ 3570051 w 7159557"/>
              <a:gd name="connsiteY4" fmla="*/ 0 h 2733472"/>
              <a:gd name="connsiteX5" fmla="*/ 4761689 w 7159557"/>
              <a:gd name="connsiteY5" fmla="*/ 680936 h 2733472"/>
              <a:gd name="connsiteX6" fmla="*/ 4756825 w 7159557"/>
              <a:gd name="connsiteY6" fmla="*/ 2052536 h 2733472"/>
              <a:gd name="connsiteX7" fmla="*/ 5958191 w 7159557"/>
              <a:gd name="connsiteY7" fmla="*/ 2733472 h 2733472"/>
              <a:gd name="connsiteX8" fmla="*/ 7159557 w 7159557"/>
              <a:gd name="connsiteY8" fmla="*/ 2067128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62264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7400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2536 h 2733472"/>
              <a:gd name="connsiteX0" fmla="*/ 0 w 7159556"/>
              <a:gd name="connsiteY0" fmla="*/ 2052536 h 2733472"/>
              <a:gd name="connsiteX1" fmla="*/ 1186774 w 7159556"/>
              <a:gd name="connsiteY1" fmla="*/ 1361872 h 2733472"/>
              <a:gd name="connsiteX2" fmla="*/ 2368685 w 7159556"/>
              <a:gd name="connsiteY2" fmla="*/ 2057400 h 2733472"/>
              <a:gd name="connsiteX3" fmla="*/ 2378413 w 7159556"/>
              <a:gd name="connsiteY3" fmla="*/ 690664 h 2733472"/>
              <a:gd name="connsiteX4" fmla="*/ 3570051 w 7159556"/>
              <a:gd name="connsiteY4" fmla="*/ 0 h 2733472"/>
              <a:gd name="connsiteX5" fmla="*/ 4761689 w 7159556"/>
              <a:gd name="connsiteY5" fmla="*/ 680936 h 2733472"/>
              <a:gd name="connsiteX6" fmla="*/ 4756825 w 7159556"/>
              <a:gd name="connsiteY6" fmla="*/ 2052536 h 2733472"/>
              <a:gd name="connsiteX7" fmla="*/ 5958191 w 7159556"/>
              <a:gd name="connsiteY7" fmla="*/ 2733472 h 2733472"/>
              <a:gd name="connsiteX8" fmla="*/ 7159556 w 7159556"/>
              <a:gd name="connsiteY8" fmla="*/ 2052536 h 2733472"/>
              <a:gd name="connsiteX0" fmla="*/ 0 w 7145649"/>
              <a:gd name="connsiteY0" fmla="*/ 2049060 h 2733472"/>
              <a:gd name="connsiteX1" fmla="*/ 1172867 w 7145649"/>
              <a:gd name="connsiteY1" fmla="*/ 1361872 h 2733472"/>
              <a:gd name="connsiteX2" fmla="*/ 2354778 w 7145649"/>
              <a:gd name="connsiteY2" fmla="*/ 2057400 h 2733472"/>
              <a:gd name="connsiteX3" fmla="*/ 2364506 w 7145649"/>
              <a:gd name="connsiteY3" fmla="*/ 690664 h 2733472"/>
              <a:gd name="connsiteX4" fmla="*/ 3556144 w 7145649"/>
              <a:gd name="connsiteY4" fmla="*/ 0 h 2733472"/>
              <a:gd name="connsiteX5" fmla="*/ 4747782 w 7145649"/>
              <a:gd name="connsiteY5" fmla="*/ 680936 h 2733472"/>
              <a:gd name="connsiteX6" fmla="*/ 4742918 w 7145649"/>
              <a:gd name="connsiteY6" fmla="*/ 2052536 h 2733472"/>
              <a:gd name="connsiteX7" fmla="*/ 5944284 w 7145649"/>
              <a:gd name="connsiteY7" fmla="*/ 2733472 h 2733472"/>
              <a:gd name="connsiteX8" fmla="*/ 7145649 w 7145649"/>
              <a:gd name="connsiteY8" fmla="*/ 2052536 h 2733472"/>
              <a:gd name="connsiteX0" fmla="*/ 0 w 7156079"/>
              <a:gd name="connsiteY0" fmla="*/ 2035152 h 2733472"/>
              <a:gd name="connsiteX1" fmla="*/ 1183297 w 7156079"/>
              <a:gd name="connsiteY1" fmla="*/ 1361872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1731 w 7156079"/>
              <a:gd name="connsiteY2" fmla="*/ 2029586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82592 w 7156079"/>
              <a:gd name="connsiteY2" fmla="*/ 2033063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72162 w 7156079"/>
              <a:gd name="connsiteY2" fmla="*/ 202611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6 h 2761286"/>
              <a:gd name="connsiteX1" fmla="*/ 1183297 w 7156079"/>
              <a:gd name="connsiteY1" fmla="*/ 1372302 h 2761286"/>
              <a:gd name="connsiteX2" fmla="*/ 2372162 w 7156079"/>
              <a:gd name="connsiteY2" fmla="*/ 2053924 h 2761286"/>
              <a:gd name="connsiteX3" fmla="*/ 2374936 w 7156079"/>
              <a:gd name="connsiteY3" fmla="*/ 71847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62966 h 2761286"/>
              <a:gd name="connsiteX1" fmla="*/ 1183297 w 7156079"/>
              <a:gd name="connsiteY1" fmla="*/ 1372302 h 2761286"/>
              <a:gd name="connsiteX2" fmla="*/ 2372162 w 7156079"/>
              <a:gd name="connsiteY2" fmla="*/ 2053924 h 2761286"/>
              <a:gd name="connsiteX3" fmla="*/ 2371460 w 7156079"/>
              <a:gd name="connsiteY3" fmla="*/ 70804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35152 h 2733472"/>
              <a:gd name="connsiteX1" fmla="*/ 1183297 w 7156079"/>
              <a:gd name="connsiteY1" fmla="*/ 1344488 h 2733472"/>
              <a:gd name="connsiteX2" fmla="*/ 2372162 w 7156079"/>
              <a:gd name="connsiteY2" fmla="*/ 2026110 h 2733472"/>
              <a:gd name="connsiteX3" fmla="*/ 2371460 w 7156079"/>
              <a:gd name="connsiteY3" fmla="*/ 680234 h 2733472"/>
              <a:gd name="connsiteX4" fmla="*/ 3573527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7 h 2761287"/>
              <a:gd name="connsiteX1" fmla="*/ 1183297 w 7156079"/>
              <a:gd name="connsiteY1" fmla="*/ 1372303 h 2761287"/>
              <a:gd name="connsiteX2" fmla="*/ 2372162 w 7156079"/>
              <a:gd name="connsiteY2" fmla="*/ 2053925 h 2761287"/>
              <a:gd name="connsiteX3" fmla="*/ 2371460 w 7156079"/>
              <a:gd name="connsiteY3" fmla="*/ 708049 h 2761287"/>
              <a:gd name="connsiteX4" fmla="*/ 3563096 w 7156079"/>
              <a:gd name="connsiteY4" fmla="*/ 0 h 2761287"/>
              <a:gd name="connsiteX5" fmla="*/ 4758212 w 7156079"/>
              <a:gd name="connsiteY5" fmla="*/ 708751 h 2761287"/>
              <a:gd name="connsiteX6" fmla="*/ 4753348 w 7156079"/>
              <a:gd name="connsiteY6" fmla="*/ 2080351 h 2761287"/>
              <a:gd name="connsiteX7" fmla="*/ 5954714 w 7156079"/>
              <a:gd name="connsiteY7" fmla="*/ 2761287 h 2761287"/>
              <a:gd name="connsiteX8" fmla="*/ 7156079 w 7156079"/>
              <a:gd name="connsiteY8" fmla="*/ 2080351 h 2761287"/>
              <a:gd name="connsiteX0" fmla="*/ 0 w 7156079"/>
              <a:gd name="connsiteY0" fmla="*/ 2045583 h 2743903"/>
              <a:gd name="connsiteX1" fmla="*/ 1183297 w 7156079"/>
              <a:gd name="connsiteY1" fmla="*/ 1354919 h 2743903"/>
              <a:gd name="connsiteX2" fmla="*/ 2372162 w 7156079"/>
              <a:gd name="connsiteY2" fmla="*/ 2036541 h 2743903"/>
              <a:gd name="connsiteX3" fmla="*/ 2371460 w 7156079"/>
              <a:gd name="connsiteY3" fmla="*/ 690665 h 2743903"/>
              <a:gd name="connsiteX4" fmla="*/ 3563096 w 7156079"/>
              <a:gd name="connsiteY4" fmla="*/ 0 h 2743903"/>
              <a:gd name="connsiteX5" fmla="*/ 4758212 w 7156079"/>
              <a:gd name="connsiteY5" fmla="*/ 691367 h 2743903"/>
              <a:gd name="connsiteX6" fmla="*/ 4753348 w 7156079"/>
              <a:gd name="connsiteY6" fmla="*/ 2062967 h 2743903"/>
              <a:gd name="connsiteX7" fmla="*/ 5954714 w 7156079"/>
              <a:gd name="connsiteY7" fmla="*/ 2743903 h 2743903"/>
              <a:gd name="connsiteX8" fmla="*/ 7156079 w 7156079"/>
              <a:gd name="connsiteY8" fmla="*/ 2062967 h 2743903"/>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8212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42917 w 7156079"/>
              <a:gd name="connsiteY6" fmla="*/ 2062967 h 2750857"/>
              <a:gd name="connsiteX7" fmla="*/ 5954714 w 7156079"/>
              <a:gd name="connsiteY7" fmla="*/ 2750857 h 2750857"/>
              <a:gd name="connsiteX8" fmla="*/ 7156079 w 7156079"/>
              <a:gd name="connsiteY8" fmla="*/ 2069921 h 2750857"/>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62967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60301 w 7156079"/>
              <a:gd name="connsiteY6" fmla="*/ 2052536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52536 h 2736950"/>
              <a:gd name="connsiteX7" fmla="*/ 5954714 w 7156079"/>
              <a:gd name="connsiteY7" fmla="*/ 2736950 h 2736950"/>
              <a:gd name="connsiteX8" fmla="*/ 7156079 w 7156079"/>
              <a:gd name="connsiteY8" fmla="*/ 2069921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6014 h 2736950"/>
              <a:gd name="connsiteX0" fmla="*/ 0 w 7124788"/>
              <a:gd name="connsiteY0" fmla="*/ 2052537 h 2736950"/>
              <a:gd name="connsiteX1" fmla="*/ 1183297 w 7124788"/>
              <a:gd name="connsiteY1" fmla="*/ 1361873 h 2736950"/>
              <a:gd name="connsiteX2" fmla="*/ 2372162 w 7124788"/>
              <a:gd name="connsiteY2" fmla="*/ 2043495 h 2736950"/>
              <a:gd name="connsiteX3" fmla="*/ 2371460 w 7124788"/>
              <a:gd name="connsiteY3" fmla="*/ 697619 h 2736950"/>
              <a:gd name="connsiteX4" fmla="*/ 3559620 w 7124788"/>
              <a:gd name="connsiteY4" fmla="*/ 0 h 2736950"/>
              <a:gd name="connsiteX5" fmla="*/ 4751259 w 7124788"/>
              <a:gd name="connsiteY5" fmla="*/ 698321 h 2736950"/>
              <a:gd name="connsiteX6" fmla="*/ 4742917 w 7124788"/>
              <a:gd name="connsiteY6" fmla="*/ 2052536 h 2736950"/>
              <a:gd name="connsiteX7" fmla="*/ 5954714 w 7124788"/>
              <a:gd name="connsiteY7" fmla="*/ 2736950 h 2736950"/>
              <a:gd name="connsiteX8" fmla="*/ 7124788 w 7124788"/>
              <a:gd name="connsiteY8" fmla="*/ 2045583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52537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67128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59537"/>
              <a:gd name="connsiteY0" fmla="*/ 2062264 h 2736950"/>
              <a:gd name="connsiteX1" fmla="*/ 1207616 w 7159537"/>
              <a:gd name="connsiteY1" fmla="*/ 1361873 h 2736950"/>
              <a:gd name="connsiteX2" fmla="*/ 2400389 w 7159537"/>
              <a:gd name="connsiteY2" fmla="*/ 2055218 h 2736950"/>
              <a:gd name="connsiteX3" fmla="*/ 2395779 w 7159537"/>
              <a:gd name="connsiteY3" fmla="*/ 697619 h 2736950"/>
              <a:gd name="connsiteX4" fmla="*/ 3583939 w 7159537"/>
              <a:gd name="connsiteY4" fmla="*/ 0 h 2736950"/>
              <a:gd name="connsiteX5" fmla="*/ 4775578 w 7159537"/>
              <a:gd name="connsiteY5" fmla="*/ 698321 h 2736950"/>
              <a:gd name="connsiteX6" fmla="*/ 4767236 w 7159537"/>
              <a:gd name="connsiteY6" fmla="*/ 2052536 h 2736950"/>
              <a:gd name="connsiteX7" fmla="*/ 5979033 w 7159537"/>
              <a:gd name="connsiteY7" fmla="*/ 2736950 h 2736950"/>
              <a:gd name="connsiteX8" fmla="*/ 7159537 w 7159537"/>
              <a:gd name="connsiteY8" fmla="*/ 2052536 h 2736950"/>
              <a:gd name="connsiteX0" fmla="*/ 0 w 7149809"/>
              <a:gd name="connsiteY0" fmla="*/ 2071991 h 2736950"/>
              <a:gd name="connsiteX1" fmla="*/ 1197888 w 7149809"/>
              <a:gd name="connsiteY1" fmla="*/ 1361873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22208 w 7149809"/>
              <a:gd name="connsiteY1" fmla="*/ 1357009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582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47456 h 2736950"/>
              <a:gd name="connsiteX7" fmla="*/ 5969305 w 7149809"/>
              <a:gd name="connsiteY7" fmla="*/ 2736950 h 2736950"/>
              <a:gd name="connsiteX8" fmla="*/ 7149809 w 7149809"/>
              <a:gd name="connsiteY8" fmla="*/ 2052536 h 2736950"/>
              <a:gd name="connsiteX0" fmla="*/ 0 w 7152768"/>
              <a:gd name="connsiteY0" fmla="*/ 2063113 h 2736950"/>
              <a:gd name="connsiteX1" fmla="*/ 1197659 w 7152768"/>
              <a:gd name="connsiteY1" fmla="*/ 1371385 h 2736950"/>
              <a:gd name="connsiteX2" fmla="*/ 2393620 w 7152768"/>
              <a:gd name="connsiteY2" fmla="*/ 2055218 h 2736950"/>
              <a:gd name="connsiteX3" fmla="*/ 2389010 w 7152768"/>
              <a:gd name="connsiteY3" fmla="*/ 697619 h 2736950"/>
              <a:gd name="connsiteX4" fmla="*/ 3577170 w 7152768"/>
              <a:gd name="connsiteY4" fmla="*/ 0 h 2736950"/>
              <a:gd name="connsiteX5" fmla="*/ 4773889 w 7152768"/>
              <a:gd name="connsiteY5" fmla="*/ 698321 h 2736950"/>
              <a:gd name="connsiteX6" fmla="*/ 4760467 w 7152768"/>
              <a:gd name="connsiteY6" fmla="*/ 2047456 h 2736950"/>
              <a:gd name="connsiteX7" fmla="*/ 5972264 w 7152768"/>
              <a:gd name="connsiteY7" fmla="*/ 2736950 h 2736950"/>
              <a:gd name="connsiteX8" fmla="*/ 7152768 w 7152768"/>
              <a:gd name="connsiteY8" fmla="*/ 2052536 h 2736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68" h="2736950">
                <a:moveTo>
                  <a:pt x="0" y="2063113"/>
                </a:moveTo>
                <a:cubicBezTo>
                  <a:pt x="405781" y="1831271"/>
                  <a:pt x="752967" y="1616359"/>
                  <a:pt x="1197659" y="1371385"/>
                </a:cubicBezTo>
                <a:lnTo>
                  <a:pt x="2393620" y="2055218"/>
                </a:lnTo>
                <a:cubicBezTo>
                  <a:pt x="2396863" y="1599639"/>
                  <a:pt x="2385767" y="1153198"/>
                  <a:pt x="2389010" y="697619"/>
                </a:cubicBezTo>
                <a:lnTo>
                  <a:pt x="3577170" y="0"/>
                </a:lnTo>
                <a:lnTo>
                  <a:pt x="4773889" y="698321"/>
                </a:lnTo>
                <a:cubicBezTo>
                  <a:pt x="4772268" y="1155521"/>
                  <a:pt x="4762088" y="1590256"/>
                  <a:pt x="4760467" y="2047456"/>
                </a:cubicBezTo>
                <a:lnTo>
                  <a:pt x="5972264" y="2736950"/>
                </a:lnTo>
                <a:lnTo>
                  <a:pt x="7152768" y="2052536"/>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72" name="Freeform: Shape 31">
            <a:extLst>
              <a:ext uri="{FF2B5EF4-FFF2-40B4-BE49-F238E27FC236}">
                <a16:creationId xmlns:a16="http://schemas.microsoft.com/office/drawing/2014/main" id="{274DD645-8640-45D5-9B60-F31EC01D3CC0}"/>
              </a:ext>
            </a:extLst>
          </p:cNvPr>
          <p:cNvSpPr/>
          <p:nvPr userDrawn="1"/>
        </p:nvSpPr>
        <p:spPr>
          <a:xfrm>
            <a:off x="8440979" y="1677475"/>
            <a:ext cx="2373549" cy="2062264"/>
          </a:xfrm>
          <a:custGeom>
            <a:avLst/>
            <a:gdLst>
              <a:gd name="connsiteX0" fmla="*/ 2373549 w 2373549"/>
              <a:gd name="connsiteY0" fmla="*/ 680936 h 2062264"/>
              <a:gd name="connsiteX1" fmla="*/ 1186774 w 2373549"/>
              <a:gd name="connsiteY1" fmla="*/ 0 h 2062264"/>
              <a:gd name="connsiteX2" fmla="*/ 0 w 2373549"/>
              <a:gd name="connsiteY2" fmla="*/ 690664 h 2062264"/>
              <a:gd name="connsiteX3" fmla="*/ 0 w 2373549"/>
              <a:gd name="connsiteY3" fmla="*/ 2062264 h 2062264"/>
            </a:gdLst>
            <a:ahLst/>
            <a:cxnLst>
              <a:cxn ang="0">
                <a:pos x="connsiteX0" y="connsiteY0"/>
              </a:cxn>
              <a:cxn ang="0">
                <a:pos x="connsiteX1" y="connsiteY1"/>
              </a:cxn>
              <a:cxn ang="0">
                <a:pos x="connsiteX2" y="connsiteY2"/>
              </a:cxn>
              <a:cxn ang="0">
                <a:pos x="connsiteX3" y="connsiteY3"/>
              </a:cxn>
            </a:cxnLst>
            <a:rect l="l" t="t" r="r" b="b"/>
            <a:pathLst>
              <a:path w="2373549" h="2062264">
                <a:moveTo>
                  <a:pt x="2373549" y="680936"/>
                </a:moveTo>
                <a:lnTo>
                  <a:pt x="1186774" y="0"/>
                </a:lnTo>
                <a:lnTo>
                  <a:pt x="0" y="690664"/>
                </a:lnTo>
                <a:lnTo>
                  <a:pt x="0" y="2062264"/>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73" name="Freeform: Shape 34">
            <a:extLst>
              <a:ext uri="{FF2B5EF4-FFF2-40B4-BE49-F238E27FC236}">
                <a16:creationId xmlns:a16="http://schemas.microsoft.com/office/drawing/2014/main" id="{71C09F09-7119-47FD-8E60-E4A92C9A3119}"/>
              </a:ext>
            </a:extLst>
          </p:cNvPr>
          <p:cNvSpPr/>
          <p:nvPr userDrawn="1"/>
        </p:nvSpPr>
        <p:spPr>
          <a:xfrm flipH="1">
            <a:off x="10715501" y="2243467"/>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74" name="Freeform: Shape 45">
            <a:extLst>
              <a:ext uri="{FF2B5EF4-FFF2-40B4-BE49-F238E27FC236}">
                <a16:creationId xmlns:a16="http://schemas.microsoft.com/office/drawing/2014/main" id="{E99BCE04-19B9-4541-925F-AC59CF760E7F}"/>
              </a:ext>
            </a:extLst>
          </p:cNvPr>
          <p:cNvSpPr/>
          <p:nvPr userDrawn="1"/>
        </p:nvSpPr>
        <p:spPr>
          <a:xfrm flipH="1">
            <a:off x="9534557" y="1571099"/>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75" name="Freeform: Shape 46">
            <a:extLst>
              <a:ext uri="{FF2B5EF4-FFF2-40B4-BE49-F238E27FC236}">
                <a16:creationId xmlns:a16="http://schemas.microsoft.com/office/drawing/2014/main" id="{F2B610BB-26F6-44A5-B7DB-CEEDCAE916ED}"/>
              </a:ext>
            </a:extLst>
          </p:cNvPr>
          <p:cNvSpPr/>
          <p:nvPr userDrawn="1"/>
        </p:nvSpPr>
        <p:spPr>
          <a:xfrm flipH="1">
            <a:off x="8328171" y="2258376"/>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76" name="Freeform: Shape 47">
            <a:extLst>
              <a:ext uri="{FF2B5EF4-FFF2-40B4-BE49-F238E27FC236}">
                <a16:creationId xmlns:a16="http://schemas.microsoft.com/office/drawing/2014/main" id="{C979636C-DE09-47B7-8972-BAE28DFA91DF}"/>
              </a:ext>
            </a:extLst>
          </p:cNvPr>
          <p:cNvSpPr/>
          <p:nvPr userDrawn="1"/>
        </p:nvSpPr>
        <p:spPr>
          <a:xfrm flipH="1">
            <a:off x="8333460" y="361085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77" name="Freeform: Shape 48">
            <a:extLst>
              <a:ext uri="{FF2B5EF4-FFF2-40B4-BE49-F238E27FC236}">
                <a16:creationId xmlns:a16="http://schemas.microsoft.com/office/drawing/2014/main" id="{01B12467-C508-4D89-94B3-6D23C6199703}"/>
              </a:ext>
            </a:extLst>
          </p:cNvPr>
          <p:cNvSpPr/>
          <p:nvPr userDrawn="1"/>
        </p:nvSpPr>
        <p:spPr>
          <a:xfrm flipH="1">
            <a:off x="7146016" y="429086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78" name="Freeform: Shape 49">
            <a:extLst>
              <a:ext uri="{FF2B5EF4-FFF2-40B4-BE49-F238E27FC236}">
                <a16:creationId xmlns:a16="http://schemas.microsoft.com/office/drawing/2014/main" id="{9EA72422-90A8-454F-8133-112CD2B85BEA}"/>
              </a:ext>
            </a:extLst>
          </p:cNvPr>
          <p:cNvSpPr/>
          <p:nvPr userDrawn="1"/>
        </p:nvSpPr>
        <p:spPr>
          <a:xfrm flipH="1">
            <a:off x="5937847"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79" name="Freeform: Shape 50">
            <a:extLst>
              <a:ext uri="{FF2B5EF4-FFF2-40B4-BE49-F238E27FC236}">
                <a16:creationId xmlns:a16="http://schemas.microsoft.com/office/drawing/2014/main" id="{3C67727D-D0D9-4CA6-99EE-0B89D465A706}"/>
              </a:ext>
            </a:extLst>
          </p:cNvPr>
          <p:cNvSpPr/>
          <p:nvPr userDrawn="1"/>
        </p:nvSpPr>
        <p:spPr>
          <a:xfrm flipH="1">
            <a:off x="5951993" y="225130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80" name="Freeform: Shape 51">
            <a:extLst>
              <a:ext uri="{FF2B5EF4-FFF2-40B4-BE49-F238E27FC236}">
                <a16:creationId xmlns:a16="http://schemas.microsoft.com/office/drawing/2014/main" id="{C88A67D0-B01F-4CC8-B248-2CF85911F456}"/>
              </a:ext>
            </a:extLst>
          </p:cNvPr>
          <p:cNvSpPr/>
          <p:nvPr userDrawn="1"/>
        </p:nvSpPr>
        <p:spPr>
          <a:xfrm flipH="1">
            <a:off x="4778156" y="1565771"/>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81" name="Freeform: Shape 52">
            <a:extLst>
              <a:ext uri="{FF2B5EF4-FFF2-40B4-BE49-F238E27FC236}">
                <a16:creationId xmlns:a16="http://schemas.microsoft.com/office/drawing/2014/main" id="{DBF6CA39-E979-4287-833E-20A9B455F7D6}"/>
              </a:ext>
            </a:extLst>
          </p:cNvPr>
          <p:cNvSpPr/>
          <p:nvPr userDrawn="1"/>
        </p:nvSpPr>
        <p:spPr>
          <a:xfrm flipH="1">
            <a:off x="3565843" y="2247823"/>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82" name="Freeform: Shape 53">
            <a:extLst>
              <a:ext uri="{FF2B5EF4-FFF2-40B4-BE49-F238E27FC236}">
                <a16:creationId xmlns:a16="http://schemas.microsoft.com/office/drawing/2014/main" id="{9EAA4E60-7510-4920-A426-5630491CFAC2}"/>
              </a:ext>
            </a:extLst>
          </p:cNvPr>
          <p:cNvSpPr/>
          <p:nvPr userDrawn="1"/>
        </p:nvSpPr>
        <p:spPr>
          <a:xfrm flipH="1">
            <a:off x="3565952"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83" name="Freeform: Shape 54">
            <a:extLst>
              <a:ext uri="{FF2B5EF4-FFF2-40B4-BE49-F238E27FC236}">
                <a16:creationId xmlns:a16="http://schemas.microsoft.com/office/drawing/2014/main" id="{322F7ECD-1942-42EE-B5E0-FC1E0206BFFD}"/>
              </a:ext>
            </a:extLst>
          </p:cNvPr>
          <p:cNvSpPr/>
          <p:nvPr userDrawn="1"/>
        </p:nvSpPr>
        <p:spPr>
          <a:xfrm flipH="1">
            <a:off x="2386318" y="296278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84" name="Freeform: Shape 55">
            <a:extLst>
              <a:ext uri="{FF2B5EF4-FFF2-40B4-BE49-F238E27FC236}">
                <a16:creationId xmlns:a16="http://schemas.microsoft.com/office/drawing/2014/main" id="{2465D6BD-72DA-4C13-97C2-7CF8D7F2F0C4}"/>
              </a:ext>
            </a:extLst>
          </p:cNvPr>
          <p:cNvSpPr/>
          <p:nvPr userDrawn="1"/>
        </p:nvSpPr>
        <p:spPr>
          <a:xfrm flipH="1">
            <a:off x="1190302" y="361221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85" name="Content placeholder 47" descr="Click icon to add picture">
            <a:extLst>
              <a:ext uri="{FF2B5EF4-FFF2-40B4-BE49-F238E27FC236}">
                <a16:creationId xmlns:a16="http://schemas.microsoft.com/office/drawing/2014/main" id="{E7C6BEEA-1766-44A1-A28D-2E817DBF2267}"/>
              </a:ext>
            </a:extLst>
          </p:cNvPr>
          <p:cNvSpPr>
            <a:spLocks noGrp="1"/>
          </p:cNvSpPr>
          <p:nvPr>
            <p:ph type="body" sz="quarter" idx="27" hasCustomPrompt="1"/>
          </p:nvPr>
        </p:nvSpPr>
        <p:spPr>
          <a:xfrm>
            <a:off x="1507136" y="386500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86" name="Content placeholder 47">
            <a:extLst>
              <a:ext uri="{FF2B5EF4-FFF2-40B4-BE49-F238E27FC236}">
                <a16:creationId xmlns:a16="http://schemas.microsoft.com/office/drawing/2014/main" id="{597D4D7A-8D7E-492C-8795-D491CF53B5FA}"/>
              </a:ext>
            </a:extLst>
          </p:cNvPr>
          <p:cNvSpPr>
            <a:spLocks noGrp="1"/>
          </p:cNvSpPr>
          <p:nvPr>
            <p:ph type="body" sz="quarter" idx="28" hasCustomPrompt="1"/>
          </p:nvPr>
        </p:nvSpPr>
        <p:spPr>
          <a:xfrm>
            <a:off x="1507136" y="444707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a:t>Click to edit Master text styles </a:t>
            </a:r>
          </a:p>
        </p:txBody>
      </p:sp>
      <p:sp>
        <p:nvSpPr>
          <p:cNvPr id="87" name="Content placeholder 47" descr="Click icon to add picture">
            <a:extLst>
              <a:ext uri="{FF2B5EF4-FFF2-40B4-BE49-F238E27FC236}">
                <a16:creationId xmlns:a16="http://schemas.microsoft.com/office/drawing/2014/main" id="{A7396594-2DE7-4DB9-B6B4-92F63F06EFCF}"/>
              </a:ext>
            </a:extLst>
          </p:cNvPr>
          <p:cNvSpPr>
            <a:spLocks noGrp="1"/>
          </p:cNvSpPr>
          <p:nvPr>
            <p:ph type="body" sz="quarter" idx="38" hasCustomPrompt="1"/>
          </p:nvPr>
        </p:nvSpPr>
        <p:spPr>
          <a:xfrm>
            <a:off x="3889942"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88" name="Content placeholder 47">
            <a:extLst>
              <a:ext uri="{FF2B5EF4-FFF2-40B4-BE49-F238E27FC236}">
                <a16:creationId xmlns:a16="http://schemas.microsoft.com/office/drawing/2014/main" id="{CC680CF7-ED60-4FFF-B04E-B24ECDDD3512}"/>
              </a:ext>
            </a:extLst>
          </p:cNvPr>
          <p:cNvSpPr>
            <a:spLocks noGrp="1"/>
          </p:cNvSpPr>
          <p:nvPr>
            <p:ph type="body" sz="quarter" idx="39" hasCustomPrompt="1"/>
          </p:nvPr>
        </p:nvSpPr>
        <p:spPr>
          <a:xfrm>
            <a:off x="3889942" y="2937719"/>
            <a:ext cx="1877575" cy="506399"/>
          </a:xfrm>
          <a:prstGeom prst="rect">
            <a:avLst/>
          </a:prstGeom>
        </p:spPr>
        <p:txBody>
          <a:bodyPr>
            <a:noAutofit/>
          </a:bodyPr>
          <a:lstStyle>
            <a:lvl1pPr marL="0" indent="0" algn="ctr">
              <a:lnSpc>
                <a:spcPct val="90000"/>
              </a:lnSpc>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a:t>Click to edit Master text styles </a:t>
            </a:r>
          </a:p>
        </p:txBody>
      </p:sp>
      <p:sp>
        <p:nvSpPr>
          <p:cNvPr id="89" name="Content placeholder 47" descr="Click icon to add picture">
            <a:extLst>
              <a:ext uri="{FF2B5EF4-FFF2-40B4-BE49-F238E27FC236}">
                <a16:creationId xmlns:a16="http://schemas.microsoft.com/office/drawing/2014/main" id="{042E6E66-3835-45DF-80D9-C4AFDF3401FF}"/>
              </a:ext>
            </a:extLst>
          </p:cNvPr>
          <p:cNvSpPr>
            <a:spLocks noGrp="1"/>
          </p:cNvSpPr>
          <p:nvPr>
            <p:ph type="body" sz="quarter" idx="40" hasCustomPrompt="1"/>
          </p:nvPr>
        </p:nvSpPr>
        <p:spPr>
          <a:xfrm>
            <a:off x="5107230"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90" name="Content placeholder 47">
            <a:extLst>
              <a:ext uri="{FF2B5EF4-FFF2-40B4-BE49-F238E27FC236}">
                <a16:creationId xmlns:a16="http://schemas.microsoft.com/office/drawing/2014/main" id="{A6E85C70-1784-4A0C-8897-EDE98D39BC01}"/>
              </a:ext>
            </a:extLst>
          </p:cNvPr>
          <p:cNvSpPr>
            <a:spLocks noGrp="1"/>
          </p:cNvSpPr>
          <p:nvPr>
            <p:ph type="body" sz="quarter" idx="41" hasCustomPrompt="1"/>
          </p:nvPr>
        </p:nvSpPr>
        <p:spPr>
          <a:xfrm>
            <a:off x="5107230"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a:t>Click to edit Master text styles </a:t>
            </a:r>
          </a:p>
        </p:txBody>
      </p:sp>
      <p:sp>
        <p:nvSpPr>
          <p:cNvPr id="91" name="Content placeholder 47" descr="Click icon to add picture">
            <a:extLst>
              <a:ext uri="{FF2B5EF4-FFF2-40B4-BE49-F238E27FC236}">
                <a16:creationId xmlns:a16="http://schemas.microsoft.com/office/drawing/2014/main" id="{4CD55BC2-05D0-49CB-B0A5-C96ACB411B57}"/>
              </a:ext>
            </a:extLst>
          </p:cNvPr>
          <p:cNvSpPr>
            <a:spLocks noGrp="1"/>
          </p:cNvSpPr>
          <p:nvPr>
            <p:ph type="body" sz="quarter" idx="42" hasCustomPrompt="1"/>
          </p:nvPr>
        </p:nvSpPr>
        <p:spPr>
          <a:xfrm>
            <a:off x="7501941"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92" name="Content placeholder 47">
            <a:extLst>
              <a:ext uri="{FF2B5EF4-FFF2-40B4-BE49-F238E27FC236}">
                <a16:creationId xmlns:a16="http://schemas.microsoft.com/office/drawing/2014/main" id="{49DB7120-2F2C-4F89-AA8C-ABC4F3FF25F3}"/>
              </a:ext>
            </a:extLst>
          </p:cNvPr>
          <p:cNvSpPr>
            <a:spLocks noGrp="1"/>
          </p:cNvSpPr>
          <p:nvPr>
            <p:ph type="body" sz="quarter" idx="43" hasCustomPrompt="1"/>
          </p:nvPr>
        </p:nvSpPr>
        <p:spPr>
          <a:xfrm>
            <a:off x="7501941"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a:t>Click to edit Master text styles </a:t>
            </a:r>
          </a:p>
        </p:txBody>
      </p:sp>
      <p:sp>
        <p:nvSpPr>
          <p:cNvPr id="93" name="Content placeholder 47" descr="Click icon to add picture">
            <a:extLst>
              <a:ext uri="{FF2B5EF4-FFF2-40B4-BE49-F238E27FC236}">
                <a16:creationId xmlns:a16="http://schemas.microsoft.com/office/drawing/2014/main" id="{AEB1F7BA-7D83-4C23-A72B-82DF9377E9C3}"/>
              </a:ext>
            </a:extLst>
          </p:cNvPr>
          <p:cNvSpPr>
            <a:spLocks noGrp="1"/>
          </p:cNvSpPr>
          <p:nvPr>
            <p:ph type="body" sz="quarter" idx="44" hasCustomPrompt="1"/>
          </p:nvPr>
        </p:nvSpPr>
        <p:spPr>
          <a:xfrm>
            <a:off x="8734718"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94" name="Content placeholder 47">
            <a:extLst>
              <a:ext uri="{FF2B5EF4-FFF2-40B4-BE49-F238E27FC236}">
                <a16:creationId xmlns:a16="http://schemas.microsoft.com/office/drawing/2014/main" id="{7C32F3EB-1AC3-40E9-B66D-ADB19CC74F0F}"/>
              </a:ext>
            </a:extLst>
          </p:cNvPr>
          <p:cNvSpPr>
            <a:spLocks noGrp="1"/>
          </p:cNvSpPr>
          <p:nvPr>
            <p:ph type="body" sz="quarter" idx="45" hasCustomPrompt="1"/>
          </p:nvPr>
        </p:nvSpPr>
        <p:spPr>
          <a:xfrm>
            <a:off x="8734718" y="293771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a:t>Click to edit Master text styles </a:t>
            </a:r>
          </a:p>
        </p:txBody>
      </p:sp>
      <p:sp>
        <p:nvSpPr>
          <p:cNvPr id="2" name="Title 1">
            <a:extLst>
              <a:ext uri="{FF2B5EF4-FFF2-40B4-BE49-F238E27FC236}">
                <a16:creationId xmlns:a16="http://schemas.microsoft.com/office/drawing/2014/main" id="{667E7569-B8BF-39D0-D742-EF98B83E4E1D}"/>
              </a:ext>
            </a:extLst>
          </p:cNvPr>
          <p:cNvSpPr>
            <a:spLocks noGrp="1"/>
          </p:cNvSpPr>
          <p:nvPr>
            <p:ph type="title"/>
          </p:nvPr>
        </p:nvSpPr>
        <p:spPr>
          <a:xfrm>
            <a:off x="578914" y="726705"/>
            <a:ext cx="10515600" cy="1205058"/>
          </a:xfrm>
        </p:spPr>
        <p:txBody>
          <a:bodyPr anchor="t">
            <a:noAutofit/>
          </a:bodyPr>
          <a:lstStyle>
            <a:lvl1pPr algn="l">
              <a:defRPr>
                <a:solidFill>
                  <a:schemeClr val="accent6"/>
                </a:solidFill>
              </a:defRPr>
            </a:lvl1pPr>
          </a:lstStyle>
          <a:p>
            <a:r>
              <a:rPr lang="en-US"/>
              <a:t>Click to edit Master title style</a:t>
            </a:r>
          </a:p>
        </p:txBody>
      </p:sp>
      <p:sp>
        <p:nvSpPr>
          <p:cNvPr id="3" name="Footer Placeholder 2">
            <a:extLst>
              <a:ext uri="{FF2B5EF4-FFF2-40B4-BE49-F238E27FC236}">
                <a16:creationId xmlns:a16="http://schemas.microsoft.com/office/drawing/2014/main" id="{9FC159C7-D006-5B5F-1FEA-689C432B8C8C}"/>
              </a:ext>
            </a:extLst>
          </p:cNvPr>
          <p:cNvSpPr>
            <a:spLocks noGrp="1"/>
          </p:cNvSpPr>
          <p:nvPr>
            <p:ph type="ftr" sz="quarter" idx="46"/>
          </p:nvPr>
        </p:nvSpPr>
        <p:spPr/>
        <p:txBody>
          <a:bodyPr>
            <a:noAutofit/>
          </a:bodyPr>
          <a:lstStyle>
            <a:lvl1pPr>
              <a:defRPr>
                <a:solidFill>
                  <a:schemeClr val="accent6"/>
                </a:solidFill>
              </a:defRPr>
            </a:lvl1pPr>
          </a:lstStyle>
          <a:p>
            <a:r>
              <a:rPr lang="en-US"/>
              <a:t>Presentation title</a:t>
            </a:r>
          </a:p>
        </p:txBody>
      </p:sp>
      <p:sp>
        <p:nvSpPr>
          <p:cNvPr id="4" name="Slide Number Placeholder 3">
            <a:extLst>
              <a:ext uri="{FF2B5EF4-FFF2-40B4-BE49-F238E27FC236}">
                <a16:creationId xmlns:a16="http://schemas.microsoft.com/office/drawing/2014/main" id="{4F0EBABD-E264-2C96-1139-289A712F35B7}"/>
              </a:ext>
            </a:extLst>
          </p:cNvPr>
          <p:cNvSpPr>
            <a:spLocks noGrp="1"/>
          </p:cNvSpPr>
          <p:nvPr>
            <p:ph type="sldNum" sz="quarter" idx="47"/>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a:p>
        </p:txBody>
      </p:sp>
    </p:spTree>
    <p:extLst>
      <p:ext uri="{BB962C8B-B14F-4D97-AF65-F5344CB8AC3E}">
        <p14:creationId xmlns:p14="http://schemas.microsoft.com/office/powerpoint/2010/main" val="3590880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Freeform: Shape 19">
            <a:extLst>
              <a:ext uri="{FF2B5EF4-FFF2-40B4-BE49-F238E27FC236}">
                <a16:creationId xmlns:a16="http://schemas.microsoft.com/office/drawing/2014/main" id="{F38B75F8-75D4-4B41-B7C7-433032DD0A6F}"/>
              </a:ext>
            </a:extLst>
          </p:cNvPr>
          <p:cNvSpPr/>
          <p:nvPr userDrawn="1"/>
        </p:nvSpPr>
        <p:spPr>
          <a:xfrm flipH="1">
            <a:off x="769290" y="491100"/>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8" name="Freeform: Shape 24">
            <a:extLst>
              <a:ext uri="{FF2B5EF4-FFF2-40B4-BE49-F238E27FC236}">
                <a16:creationId xmlns:a16="http://schemas.microsoft.com/office/drawing/2014/main" id="{671D1224-EDDC-4900-92DC-13608D44C524}"/>
              </a:ext>
            </a:extLst>
          </p:cNvPr>
          <p:cNvSpPr/>
          <p:nvPr userDrawn="1"/>
        </p:nvSpPr>
        <p:spPr>
          <a:xfrm flipH="1">
            <a:off x="783145"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15" name="Freeform 14">
            <a:extLst>
              <a:ext uri="{FF2B5EF4-FFF2-40B4-BE49-F238E27FC236}">
                <a16:creationId xmlns:a16="http://schemas.microsoft.com/office/drawing/2014/main" id="{635A9E44-4E60-1AD1-0B85-72422683B48A}"/>
              </a:ext>
            </a:extLst>
          </p:cNvPr>
          <p:cNvSpPr/>
          <p:nvPr userDrawn="1"/>
        </p:nvSpPr>
        <p:spPr>
          <a:xfrm flipH="1">
            <a:off x="0" y="3709992"/>
            <a:ext cx="115794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6"/>
              </a:solidFill>
            </a:endParaRPr>
          </a:p>
        </p:txBody>
      </p:sp>
      <p:sp>
        <p:nvSpPr>
          <p:cNvPr id="21" name="Subtitle 47" descr="Click icon to add picture">
            <a:extLst>
              <a:ext uri="{FF2B5EF4-FFF2-40B4-BE49-F238E27FC236}">
                <a16:creationId xmlns:a16="http://schemas.microsoft.com/office/drawing/2014/main" id="{0C7786BA-5E56-47AA-AE47-4EC07A0D4FA1}"/>
              </a:ext>
            </a:extLst>
          </p:cNvPr>
          <p:cNvSpPr>
            <a:spLocks noGrp="1"/>
          </p:cNvSpPr>
          <p:nvPr>
            <p:ph type="body" sz="quarter" idx="27" hasCustomPrompt="1"/>
          </p:nvPr>
        </p:nvSpPr>
        <p:spPr>
          <a:xfrm>
            <a:off x="4550705"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23" name="Content placeholder 47">
            <a:extLst>
              <a:ext uri="{FF2B5EF4-FFF2-40B4-BE49-F238E27FC236}">
                <a16:creationId xmlns:a16="http://schemas.microsoft.com/office/drawing/2014/main" id="{880214CF-87DD-476A-9B2E-A58DB313A61A}"/>
              </a:ext>
            </a:extLst>
          </p:cNvPr>
          <p:cNvSpPr>
            <a:spLocks noGrp="1"/>
          </p:cNvSpPr>
          <p:nvPr>
            <p:ph type="body" sz="quarter" idx="28" hasCustomPrompt="1"/>
          </p:nvPr>
        </p:nvSpPr>
        <p:spPr>
          <a:xfrm>
            <a:off x="4550705"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37" name="Picture placeholder">
            <a:extLst>
              <a:ext uri="{FF2B5EF4-FFF2-40B4-BE49-F238E27FC236}">
                <a16:creationId xmlns:a16="http://schemas.microsoft.com/office/drawing/2014/main" id="{264CF63C-079E-41AA-AA9A-762A765E699F}"/>
              </a:ext>
            </a:extLst>
          </p:cNvPr>
          <p:cNvSpPr>
            <a:spLocks noGrp="1"/>
          </p:cNvSpPr>
          <p:nvPr>
            <p:ph type="pic" sz="quarter" idx="51"/>
          </p:nvPr>
        </p:nvSpPr>
        <p:spPr>
          <a:xfrm>
            <a:off x="1788170" y="2296125"/>
            <a:ext cx="1886360" cy="214466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4550704" y="1690878"/>
            <a:ext cx="6599429" cy="1325563"/>
          </a:xfrm>
        </p:spPr>
        <p:txBody>
          <a:bodyPr anchor="b">
            <a:noAutofit/>
          </a:bodyPr>
          <a:lstStyle>
            <a:lvl1pPr>
              <a:defRPr>
                <a:solidFill>
                  <a:schemeClr val="accent6"/>
                </a:solidFill>
              </a:defRPr>
            </a:lvl1pPr>
          </a:lstStyle>
          <a:p>
            <a:r>
              <a:rPr lang="en-US"/>
              <a:t>Click to edit Master title style</a:t>
            </a:r>
          </a:p>
        </p:txBody>
      </p:sp>
      <p:sp>
        <p:nvSpPr>
          <p:cNvPr id="18" name="Subtitle 47" descr="Click icon to add picture">
            <a:extLst>
              <a:ext uri="{FF2B5EF4-FFF2-40B4-BE49-F238E27FC236}">
                <a16:creationId xmlns:a16="http://schemas.microsoft.com/office/drawing/2014/main" id="{3C2C4001-E56F-4174-01AA-4630360BFF48}"/>
              </a:ext>
            </a:extLst>
          </p:cNvPr>
          <p:cNvSpPr>
            <a:spLocks noGrp="1"/>
          </p:cNvSpPr>
          <p:nvPr>
            <p:ph type="body" sz="quarter" idx="52" hasCustomPrompt="1"/>
          </p:nvPr>
        </p:nvSpPr>
        <p:spPr>
          <a:xfrm>
            <a:off x="7811506"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20" name="Content placeholder 47">
            <a:extLst>
              <a:ext uri="{FF2B5EF4-FFF2-40B4-BE49-F238E27FC236}">
                <a16:creationId xmlns:a16="http://schemas.microsoft.com/office/drawing/2014/main" id="{02DFC856-C546-62E9-220F-7A668D349056}"/>
              </a:ext>
            </a:extLst>
          </p:cNvPr>
          <p:cNvSpPr>
            <a:spLocks noGrp="1"/>
          </p:cNvSpPr>
          <p:nvPr>
            <p:ph type="body" sz="quarter" idx="53" hasCustomPrompt="1"/>
          </p:nvPr>
        </p:nvSpPr>
        <p:spPr>
          <a:xfrm>
            <a:off x="7811506"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a:p>
        </p:txBody>
      </p:sp>
    </p:spTree>
    <p:extLst>
      <p:ext uri="{BB962C8B-B14F-4D97-AF65-F5344CB8AC3E}">
        <p14:creationId xmlns:p14="http://schemas.microsoft.com/office/powerpoint/2010/main" val="3613646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F946AB17-3782-8412-C51A-DE10A0637453}"/>
              </a:ext>
            </a:extLst>
          </p:cNvPr>
          <p:cNvSpPr/>
          <p:nvPr userDrawn="1"/>
        </p:nvSpPr>
        <p:spPr>
          <a:xfrm>
            <a:off x="0" y="2860787"/>
            <a:ext cx="2361029" cy="3676532"/>
          </a:xfrm>
          <a:custGeom>
            <a:avLst/>
            <a:gdLst>
              <a:gd name="connsiteX0" fmla="*/ 773997 w 2361029"/>
              <a:gd name="connsiteY0" fmla="*/ 0 h 3676532"/>
              <a:gd name="connsiteX1" fmla="*/ 2361029 w 2361029"/>
              <a:gd name="connsiteY1" fmla="*/ 925683 h 3676532"/>
              <a:gd name="connsiteX2" fmla="*/ 2361029 w 2361029"/>
              <a:gd name="connsiteY2" fmla="*/ 2763949 h 3676532"/>
              <a:gd name="connsiteX3" fmla="*/ 769661 w 2361029"/>
              <a:gd name="connsiteY3" fmla="*/ 3676532 h 3676532"/>
              <a:gd name="connsiteX4" fmla="*/ 0 w 2361029"/>
              <a:gd name="connsiteY4" fmla="*/ 3234717 h 3676532"/>
              <a:gd name="connsiteX5" fmla="*/ 0 w 2361029"/>
              <a:gd name="connsiteY5" fmla="*/ 44688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1029" h="3676532">
                <a:moveTo>
                  <a:pt x="773997" y="0"/>
                </a:moveTo>
                <a:lnTo>
                  <a:pt x="2361029" y="925683"/>
                </a:lnTo>
                <a:lnTo>
                  <a:pt x="2361029" y="2763949"/>
                </a:lnTo>
                <a:lnTo>
                  <a:pt x="769661" y="3676532"/>
                </a:lnTo>
                <a:lnTo>
                  <a:pt x="0" y="3234717"/>
                </a:lnTo>
                <a:lnTo>
                  <a:pt x="0" y="446885"/>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6"/>
              </a:solidFill>
            </a:endParaRPr>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1014233" y="5253270"/>
            <a:ext cx="1710765" cy="1593273"/>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6"/>
              </a:solidFill>
            </a:endParaRPr>
          </a:p>
        </p:txBody>
      </p:sp>
      <p:sp>
        <p:nvSpPr>
          <p:cNvPr id="22" name="Content Placeholder 47" descr="Click icon to add picture">
            <a:extLst>
              <a:ext uri="{FF2B5EF4-FFF2-40B4-BE49-F238E27FC236}">
                <a16:creationId xmlns:a16="http://schemas.microsoft.com/office/drawing/2014/main" id="{95ADF367-2619-4E00-AB82-8FFF41D0E5C2}"/>
              </a:ext>
            </a:extLst>
          </p:cNvPr>
          <p:cNvSpPr>
            <a:spLocks noGrp="1"/>
          </p:cNvSpPr>
          <p:nvPr>
            <p:ph type="body" sz="quarter" idx="27" hasCustomPrompt="1"/>
          </p:nvPr>
        </p:nvSpPr>
        <p:spPr>
          <a:xfrm>
            <a:off x="5271609" y="1025236"/>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23" name="Content Placeholder 47">
            <a:extLst>
              <a:ext uri="{FF2B5EF4-FFF2-40B4-BE49-F238E27FC236}">
                <a16:creationId xmlns:a16="http://schemas.microsoft.com/office/drawing/2014/main" id="{8CEB04CE-793E-47B4-8D80-9B82864F2CDF}"/>
              </a:ext>
            </a:extLst>
          </p:cNvPr>
          <p:cNvSpPr>
            <a:spLocks noGrp="1"/>
          </p:cNvSpPr>
          <p:nvPr>
            <p:ph type="body" sz="quarter" idx="28" hasCustomPrompt="1"/>
          </p:nvPr>
        </p:nvSpPr>
        <p:spPr>
          <a:xfrm>
            <a:off x="5271608" y="1469069"/>
            <a:ext cx="5162709" cy="1506166"/>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24" name="Content Placeholder 47" descr="Click icon to add picture">
            <a:extLst>
              <a:ext uri="{FF2B5EF4-FFF2-40B4-BE49-F238E27FC236}">
                <a16:creationId xmlns:a16="http://schemas.microsoft.com/office/drawing/2014/main" id="{067BF8FD-2643-4122-BE3E-63F413244ECB}"/>
              </a:ext>
            </a:extLst>
          </p:cNvPr>
          <p:cNvSpPr>
            <a:spLocks noGrp="1"/>
          </p:cNvSpPr>
          <p:nvPr>
            <p:ph type="body" sz="quarter" idx="29" hasCustomPrompt="1"/>
          </p:nvPr>
        </p:nvSpPr>
        <p:spPr>
          <a:xfrm>
            <a:off x="5271609" y="2984685"/>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26" name="Content Placeholder 47" descr="Click icon to add picture">
            <a:extLst>
              <a:ext uri="{FF2B5EF4-FFF2-40B4-BE49-F238E27FC236}">
                <a16:creationId xmlns:a16="http://schemas.microsoft.com/office/drawing/2014/main" id="{02260D10-FEA1-48A7-B544-FAEEAECF5DE2}"/>
              </a:ext>
            </a:extLst>
          </p:cNvPr>
          <p:cNvSpPr>
            <a:spLocks noGrp="1"/>
          </p:cNvSpPr>
          <p:nvPr>
            <p:ph type="body" sz="quarter" idx="31" hasCustomPrompt="1"/>
          </p:nvPr>
        </p:nvSpPr>
        <p:spPr>
          <a:xfrm>
            <a:off x="5271607" y="4597473"/>
            <a:ext cx="5162709" cy="421399"/>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20" name="Content Placeholder 47">
            <a:extLst>
              <a:ext uri="{FF2B5EF4-FFF2-40B4-BE49-F238E27FC236}">
                <a16:creationId xmlns:a16="http://schemas.microsoft.com/office/drawing/2014/main" id="{64584B30-8BCF-4D75-8A6C-FD82347CC7B6}"/>
              </a:ext>
            </a:extLst>
          </p:cNvPr>
          <p:cNvSpPr>
            <a:spLocks noGrp="1"/>
          </p:cNvSpPr>
          <p:nvPr>
            <p:ph type="body" sz="quarter" idx="34" hasCustomPrompt="1"/>
          </p:nvPr>
        </p:nvSpPr>
        <p:spPr>
          <a:xfrm>
            <a:off x="5271608" y="3419684"/>
            <a:ext cx="5162709" cy="1177789"/>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28" name="Content Placeholder 47">
            <a:extLst>
              <a:ext uri="{FF2B5EF4-FFF2-40B4-BE49-F238E27FC236}">
                <a16:creationId xmlns:a16="http://schemas.microsoft.com/office/drawing/2014/main" id="{A4A25056-27FA-4039-ACFA-6624F778712A}"/>
              </a:ext>
            </a:extLst>
          </p:cNvPr>
          <p:cNvSpPr>
            <a:spLocks noGrp="1"/>
          </p:cNvSpPr>
          <p:nvPr>
            <p:ph type="body" sz="quarter" idx="35" hasCustomPrompt="1"/>
          </p:nvPr>
        </p:nvSpPr>
        <p:spPr>
          <a:xfrm>
            <a:off x="5271608" y="5041922"/>
            <a:ext cx="5162709" cy="1635938"/>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631891"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502665" y="707105"/>
            <a:ext cx="3994173" cy="2277580"/>
          </a:xfrm>
        </p:spPr>
        <p:txBody>
          <a:bodyPr anchor="t">
            <a:noAutofit/>
          </a:bodyPr>
          <a:lstStyle>
            <a:lvl1pPr>
              <a:defRPr>
                <a:solidFill>
                  <a:schemeClr val="accent6"/>
                </a:solidFill>
              </a:defRPr>
            </a:lvl1pPr>
          </a:lstStyle>
          <a:p>
            <a:r>
              <a:rPr lang="en-US"/>
              <a:t>Click to edit Master title style</a:t>
            </a:r>
          </a:p>
        </p:txBody>
      </p:sp>
      <p:sp>
        <p:nvSpPr>
          <p:cNvPr id="18" name="Picture Placeholder 2">
            <a:extLst>
              <a:ext uri="{FF2B5EF4-FFF2-40B4-BE49-F238E27FC236}">
                <a16:creationId xmlns:a16="http://schemas.microsoft.com/office/drawing/2014/main" id="{E53E8C9F-CD73-30CD-1F24-20F2E6149D58}"/>
              </a:ext>
            </a:extLst>
          </p:cNvPr>
          <p:cNvSpPr>
            <a:spLocks noGrp="1"/>
          </p:cNvSpPr>
          <p:nvPr>
            <p:ph type="pic" sz="quarter" idx="36"/>
          </p:nvPr>
        </p:nvSpPr>
        <p:spPr>
          <a:xfrm>
            <a:off x="4734172" y="1141669"/>
            <a:ext cx="507778"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a:p>
        </p:txBody>
      </p:sp>
      <p:sp>
        <p:nvSpPr>
          <p:cNvPr id="19" name="Picture Placeholder 2">
            <a:extLst>
              <a:ext uri="{FF2B5EF4-FFF2-40B4-BE49-F238E27FC236}">
                <a16:creationId xmlns:a16="http://schemas.microsoft.com/office/drawing/2014/main" id="{CE61E189-349E-0076-EA43-7BCB6E24CE86}"/>
              </a:ext>
            </a:extLst>
          </p:cNvPr>
          <p:cNvSpPr>
            <a:spLocks noGrp="1"/>
          </p:cNvSpPr>
          <p:nvPr>
            <p:ph type="pic" sz="quarter" idx="37"/>
          </p:nvPr>
        </p:nvSpPr>
        <p:spPr>
          <a:xfrm>
            <a:off x="4724705" y="3105650"/>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a:p>
        </p:txBody>
      </p:sp>
      <p:sp>
        <p:nvSpPr>
          <p:cNvPr id="21" name="Picture Placeholder 2">
            <a:extLst>
              <a:ext uri="{FF2B5EF4-FFF2-40B4-BE49-F238E27FC236}">
                <a16:creationId xmlns:a16="http://schemas.microsoft.com/office/drawing/2014/main" id="{68B04572-5D47-C3DF-CDEA-15EC646EA8FE}"/>
              </a:ext>
            </a:extLst>
          </p:cNvPr>
          <p:cNvSpPr>
            <a:spLocks noGrp="1"/>
          </p:cNvSpPr>
          <p:nvPr>
            <p:ph type="pic" sz="quarter" idx="38"/>
          </p:nvPr>
        </p:nvSpPr>
        <p:spPr>
          <a:xfrm>
            <a:off x="4714069" y="4716041"/>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a:p>
        </p:txBody>
      </p:sp>
    </p:spTree>
    <p:extLst>
      <p:ext uri="{BB962C8B-B14F-4D97-AF65-F5344CB8AC3E}">
        <p14:creationId xmlns:p14="http://schemas.microsoft.com/office/powerpoint/2010/main" val="2662113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8" name="Content Placeholder 47">
            <a:extLst>
              <a:ext uri="{FF2B5EF4-FFF2-40B4-BE49-F238E27FC236}">
                <a16:creationId xmlns:a16="http://schemas.microsoft.com/office/drawing/2014/main" id="{3EDD8D3E-653B-4A9E-9868-3B013A65FE9F}"/>
              </a:ext>
            </a:extLst>
          </p:cNvPr>
          <p:cNvSpPr>
            <a:spLocks noGrp="1"/>
          </p:cNvSpPr>
          <p:nvPr>
            <p:ph type="pic" sz="quarter" idx="48"/>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ln w="19050">
            <a:noFill/>
          </a:ln>
        </p:spPr>
        <p:txBody>
          <a:bodyPr anchor="ctr">
            <a:noAutofit/>
          </a:bodyPr>
          <a:lstStyle>
            <a:lvl1pPr marL="0" indent="0" algn="ctr">
              <a:buNone/>
              <a:defRPr>
                <a:solidFill>
                  <a:schemeClr val="accent6"/>
                </a:solidFill>
              </a:defRPr>
            </a:lvl1pPr>
          </a:lstStyle>
          <a:p>
            <a:r>
              <a:rPr lang="en-US" altLang="zh-CN"/>
              <a:t>Click icon to add picture</a:t>
            </a:r>
            <a:endParaRPr lang="zh-CN" altLang="en-US"/>
          </a:p>
        </p:txBody>
      </p:sp>
      <p:sp>
        <p:nvSpPr>
          <p:cNvPr id="18" name="Content Placeholder 47">
            <a:extLst>
              <a:ext uri="{FF2B5EF4-FFF2-40B4-BE49-F238E27FC236}">
                <a16:creationId xmlns:a16="http://schemas.microsoft.com/office/drawing/2014/main" id="{DD4E6A9F-7400-917B-6A6B-6BAB445E85FA}"/>
              </a:ext>
            </a:extLst>
          </p:cNvPr>
          <p:cNvSpPr>
            <a:spLocks noGrp="1"/>
          </p:cNvSpPr>
          <p:nvPr>
            <p:ph type="body" sz="quarter" idx="28" hasCustomPrompt="1"/>
          </p:nvPr>
        </p:nvSpPr>
        <p:spPr>
          <a:xfrm>
            <a:off x="517427" y="3253120"/>
            <a:ext cx="4959822" cy="2007158"/>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19" name="Freeform: Shape 25">
            <a:extLst>
              <a:ext uri="{FF2B5EF4-FFF2-40B4-BE49-F238E27FC236}">
                <a16:creationId xmlns:a16="http://schemas.microsoft.com/office/drawing/2014/main" id="{D7BBD3E8-D5DD-C21F-3792-4880373CCDCC}"/>
              </a:ext>
            </a:extLst>
          </p:cNvPr>
          <p:cNvSpPr/>
          <p:nvPr userDrawn="1"/>
        </p:nvSpPr>
        <p:spPr>
          <a:xfrm flipH="1">
            <a:off x="7400972" y="4508725"/>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20" name="Freeform: Shape 11">
            <a:extLst>
              <a:ext uri="{FF2B5EF4-FFF2-40B4-BE49-F238E27FC236}">
                <a16:creationId xmlns:a16="http://schemas.microsoft.com/office/drawing/2014/main" id="{FC461D80-0CAC-62E5-726A-63B48BEF3F25}"/>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3" name="Title 2">
            <a:extLst>
              <a:ext uri="{FF2B5EF4-FFF2-40B4-BE49-F238E27FC236}">
                <a16:creationId xmlns:a16="http://schemas.microsoft.com/office/drawing/2014/main" id="{D4944167-AFE9-AE61-AF44-B9AEE24D17D8}"/>
              </a:ext>
            </a:extLst>
          </p:cNvPr>
          <p:cNvSpPr>
            <a:spLocks noGrp="1"/>
          </p:cNvSpPr>
          <p:nvPr>
            <p:ph type="title"/>
          </p:nvPr>
        </p:nvSpPr>
        <p:spPr>
          <a:xfrm>
            <a:off x="517427" y="2497488"/>
            <a:ext cx="9823998" cy="1325563"/>
          </a:xfrm>
        </p:spPr>
        <p:txBody>
          <a:bodyPr anchor="t">
            <a:noAutofit/>
          </a:bodyPr>
          <a:lstStyle>
            <a:lvl1pPr>
              <a:defRPr>
                <a:solidFill>
                  <a:schemeClr val="accent6"/>
                </a:solidFill>
              </a:defRPr>
            </a:lvl1pPr>
          </a:lstStyle>
          <a:p>
            <a:r>
              <a:rPr lang="en-US"/>
              <a:t>Click to edit Master title style</a:t>
            </a:r>
          </a:p>
        </p:txBody>
      </p:sp>
      <p:sp>
        <p:nvSpPr>
          <p:cNvPr id="2" name="Footer Placeholder 1">
            <a:extLst>
              <a:ext uri="{FF2B5EF4-FFF2-40B4-BE49-F238E27FC236}">
                <a16:creationId xmlns:a16="http://schemas.microsoft.com/office/drawing/2014/main" id="{47268D53-92DA-7335-4DAB-83485CAF3FE9}"/>
              </a:ext>
            </a:extLst>
          </p:cNvPr>
          <p:cNvSpPr>
            <a:spLocks noGrp="1"/>
          </p:cNvSpPr>
          <p:nvPr>
            <p:ph type="ftr" sz="quarter" idx="49"/>
          </p:nvPr>
        </p:nvSpPr>
        <p:spPr/>
        <p:txBody>
          <a:bodyPr>
            <a:noAutofit/>
          </a:bodyPr>
          <a:lstStyle>
            <a:lvl1pPr>
              <a:defRPr>
                <a:solidFill>
                  <a:schemeClr val="accent6"/>
                </a:solidFill>
              </a:defRPr>
            </a:lvl1pPr>
          </a:lstStyle>
          <a:p>
            <a:r>
              <a:rPr lang="en-US"/>
              <a:t>Presentation title</a:t>
            </a:r>
          </a:p>
        </p:txBody>
      </p:sp>
      <p:sp>
        <p:nvSpPr>
          <p:cNvPr id="6" name="Slide Number Placeholder 5">
            <a:extLst>
              <a:ext uri="{FF2B5EF4-FFF2-40B4-BE49-F238E27FC236}">
                <a16:creationId xmlns:a16="http://schemas.microsoft.com/office/drawing/2014/main" id="{9F9FCB16-3643-AB04-D20E-A14FFE07F67C}"/>
              </a:ext>
            </a:extLst>
          </p:cNvPr>
          <p:cNvSpPr>
            <a:spLocks noGrp="1"/>
          </p:cNvSpPr>
          <p:nvPr>
            <p:ph type="sldNum" sz="quarter" idx="5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a:p>
        </p:txBody>
      </p:sp>
    </p:spTree>
    <p:extLst>
      <p:ext uri="{BB962C8B-B14F-4D97-AF65-F5344CB8AC3E}">
        <p14:creationId xmlns:p14="http://schemas.microsoft.com/office/powerpoint/2010/main" val="32132766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6"/>
              </a:solidFill>
            </a:endParaRPr>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6"/>
              </a:solidFill>
            </a:endParaRPr>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6"/>
              </a:solidFill>
            </a:endParaRPr>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6"/>
              </a:solidFill>
            </a:endParaRPr>
          </a:p>
        </p:txBody>
      </p:sp>
      <p:sp>
        <p:nvSpPr>
          <p:cNvPr id="28" name="Content Placeholder 47">
            <a:extLst>
              <a:ext uri="{FF2B5EF4-FFF2-40B4-BE49-F238E27FC236}">
                <a16:creationId xmlns:a16="http://schemas.microsoft.com/office/drawing/2014/main" id="{073CD90F-1E45-47EC-B558-D5F638F5FE6F}"/>
              </a:ext>
            </a:extLst>
          </p:cNvPr>
          <p:cNvSpPr>
            <a:spLocks noGrp="1"/>
          </p:cNvSpPr>
          <p:nvPr>
            <p:ph type="pic" sz="quarter" idx="48"/>
          </p:nvPr>
        </p:nvSpPr>
        <p:spPr>
          <a:xfrm>
            <a:off x="2754948" y="250209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p>
        </p:txBody>
      </p:sp>
      <p:sp>
        <p:nvSpPr>
          <p:cNvPr id="29" name="Content Placeholder 47">
            <a:extLst>
              <a:ext uri="{FF2B5EF4-FFF2-40B4-BE49-F238E27FC236}">
                <a16:creationId xmlns:a16="http://schemas.microsoft.com/office/drawing/2014/main" id="{9A501203-35D0-41A5-A2A4-9F05FAB495C4}"/>
              </a:ext>
            </a:extLst>
          </p:cNvPr>
          <p:cNvSpPr>
            <a:spLocks noGrp="1"/>
          </p:cNvSpPr>
          <p:nvPr>
            <p:ph type="pic" sz="quarter" idx="49"/>
          </p:nvPr>
        </p:nvSpPr>
        <p:spPr>
          <a:xfrm>
            <a:off x="391110" y="2493385"/>
            <a:ext cx="1465840" cy="1289394"/>
          </a:xfrm>
          <a:prstGeom prst="hexagon">
            <a:avLst>
              <a:gd name="adj" fmla="val 28349"/>
              <a:gd name="vf" fmla="val 115470"/>
            </a:avLst>
          </a:prstGeom>
          <a:ln>
            <a:noFill/>
          </a:ln>
        </p:spPr>
        <p:txBody>
          <a:bodyPr>
            <a:noAutofit/>
          </a:bodyPr>
          <a:lstStyle>
            <a:lvl1pPr marL="0" indent="0" algn="l">
              <a:buFontTx/>
              <a:buNone/>
              <a:defRPr sz="1050">
                <a:solidFill>
                  <a:schemeClr val="accent6"/>
                </a:solidFill>
              </a:defRPr>
            </a:lvl1pPr>
          </a:lstStyle>
          <a:p>
            <a:r>
              <a:rPr lang="en-US" altLang="zh-CN"/>
              <a:t>Click icon to add picture</a:t>
            </a:r>
          </a:p>
        </p:txBody>
      </p:sp>
      <p:sp>
        <p:nvSpPr>
          <p:cNvPr id="30" name="Content Placeholder 47">
            <a:extLst>
              <a:ext uri="{FF2B5EF4-FFF2-40B4-BE49-F238E27FC236}">
                <a16:creationId xmlns:a16="http://schemas.microsoft.com/office/drawing/2014/main" id="{1FA62038-8BB7-45FD-896E-34738A5578BD}"/>
              </a:ext>
            </a:extLst>
          </p:cNvPr>
          <p:cNvSpPr>
            <a:spLocks noGrp="1"/>
          </p:cNvSpPr>
          <p:nvPr>
            <p:ph type="pic" sz="quarter" idx="50"/>
          </p:nvPr>
        </p:nvSpPr>
        <p:spPr>
          <a:xfrm>
            <a:off x="5151412" y="5238680"/>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p>
        </p:txBody>
      </p:sp>
      <p:sp>
        <p:nvSpPr>
          <p:cNvPr id="31" name="Content Placeholder 47">
            <a:extLst>
              <a:ext uri="{FF2B5EF4-FFF2-40B4-BE49-F238E27FC236}">
                <a16:creationId xmlns:a16="http://schemas.microsoft.com/office/drawing/2014/main" id="{9A7E0EE6-5885-489B-81A9-65DBC0016938}"/>
              </a:ext>
            </a:extLst>
          </p:cNvPr>
          <p:cNvSpPr>
            <a:spLocks noGrp="1"/>
          </p:cNvSpPr>
          <p:nvPr>
            <p:ph type="pic" sz="quarter" idx="51"/>
          </p:nvPr>
        </p:nvSpPr>
        <p:spPr>
          <a:xfrm>
            <a:off x="3948599" y="319492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hasCustomPrompt="1"/>
          </p:nvPr>
        </p:nvSpPr>
        <p:spPr>
          <a:xfrm>
            <a:off x="6096000" y="3093990"/>
            <a:ext cx="3034145" cy="1879791"/>
          </a:xfrm>
          <a:prstGeom prst="rect">
            <a:avLst/>
          </a:prstGeom>
        </p:spPr>
        <p:txBody>
          <a:bodyPr anchor="t">
            <a:noAutofit/>
          </a:bodyPr>
          <a:lstStyle>
            <a:lvl1pPr marL="0" indent="0" algn="l">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96000" y="1703538"/>
            <a:ext cx="5055698" cy="1325563"/>
          </a:xfrm>
        </p:spPr>
        <p:txBody>
          <a:bodyPr anchor="b">
            <a:noAutofit/>
          </a:bodyPr>
          <a:lstStyle>
            <a:lvl1pPr>
              <a:defRPr>
                <a:solidFill>
                  <a:schemeClr val="accent6"/>
                </a:solidFill>
              </a:defRPr>
            </a:lvl1pPr>
          </a:lstStyle>
          <a:p>
            <a:r>
              <a:rPr lang="en-US"/>
              <a:t>Click to edit Master title style</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6"/>
              </a:solidFill>
            </a:endParaRPr>
          </a:p>
        </p:txBody>
      </p:sp>
    </p:spTree>
    <p:extLst>
      <p:ext uri="{BB962C8B-B14F-4D97-AF65-F5344CB8AC3E}">
        <p14:creationId xmlns:p14="http://schemas.microsoft.com/office/powerpoint/2010/main" val="31473342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FC62B-25A5-3702-6717-52C0A55CE2D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92102FF-9B9D-BACB-1ED7-FAC2C5DC756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0A208B0-6A9F-4980-69F5-3E53F6C094C0}"/>
              </a:ext>
            </a:extLst>
          </p:cNvPr>
          <p:cNvSpPr>
            <a:spLocks noGrp="1"/>
          </p:cNvSpPr>
          <p:nvPr>
            <p:ph type="dt" sz="half" idx="10"/>
          </p:nvPr>
        </p:nvSpPr>
        <p:spPr/>
        <p:txBody>
          <a:bodyPr/>
          <a:lstStyle/>
          <a:p>
            <a:fld id="{2CC3C85A-4C6D-FB48-ACF6-E13DF41DDC2A}" type="datetimeFigureOut">
              <a:rPr lang="en-US" smtClean="0"/>
              <a:t>4/20/2026</a:t>
            </a:fld>
            <a:endParaRPr lang="en-US"/>
          </a:p>
        </p:txBody>
      </p:sp>
      <p:sp>
        <p:nvSpPr>
          <p:cNvPr id="5" name="Footer Placeholder 4">
            <a:extLst>
              <a:ext uri="{FF2B5EF4-FFF2-40B4-BE49-F238E27FC236}">
                <a16:creationId xmlns:a16="http://schemas.microsoft.com/office/drawing/2014/main" id="{AFA66829-3EF3-6051-76AF-9960DDC297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F3DC80-2CE8-54E7-11D0-FF5323ADA267}"/>
              </a:ext>
            </a:extLst>
          </p:cNvPr>
          <p:cNvSpPr>
            <a:spLocks noGrp="1"/>
          </p:cNvSpPr>
          <p:nvPr>
            <p:ph type="sldNum" sz="quarter" idx="12"/>
          </p:nvPr>
        </p:nvSpPr>
        <p:spPr/>
        <p:txBody>
          <a:bodyPr/>
          <a:lstStyle/>
          <a:p>
            <a:fld id="{D26FCD6D-7B2C-0F4F-9563-64A8BFFA0BC9}" type="slidenum">
              <a:rPr lang="en-US" smtClean="0"/>
              <a:t>‹#›</a:t>
            </a:fld>
            <a:endParaRPr lang="en-US"/>
          </a:p>
        </p:txBody>
      </p:sp>
    </p:spTree>
    <p:extLst>
      <p:ext uri="{BB962C8B-B14F-4D97-AF65-F5344CB8AC3E}">
        <p14:creationId xmlns:p14="http://schemas.microsoft.com/office/powerpoint/2010/main" val="22361773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alpha val="20000"/>
          </a:schemeClr>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accent6"/>
                </a:solidFill>
                <a:latin typeface="+mn-lt"/>
              </a:defRPr>
            </a:lvl1pPr>
          </a:lstStyle>
          <a:p>
            <a:fld id="{47FEACEE-25B4-4A2D-B147-27296E36371D}" type="slidenum">
              <a:rPr lang="en-US" altLang="zh-CN" smtClean="0"/>
              <a:pPr/>
              <a:t>‹#›</a:t>
            </a:fld>
            <a:endParaRPr lang="en-US" altLang="zh-CN"/>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484632" y="6217920"/>
            <a:ext cx="4114800" cy="365125"/>
          </a:xfrm>
          <a:prstGeom prst="rect">
            <a:avLst/>
          </a:prstGeom>
        </p:spPr>
        <p:txBody>
          <a:bodyPr vert="horz" lIns="91440" tIns="45720" rIns="91440" bIns="45720" rtlCol="0" anchor="ctr">
            <a:noAutofit/>
          </a:bodyPr>
          <a:lstStyle>
            <a:lvl1pPr algn="l">
              <a:defRPr sz="1200">
                <a:solidFill>
                  <a:schemeClr val="accent6"/>
                </a:solidFill>
                <a:latin typeface="+mn-lt"/>
              </a:defRPr>
            </a:lvl1pPr>
          </a:lstStyle>
          <a:p>
            <a:r>
              <a:rPr lang="en-US"/>
              <a:t>Presentation title</a:t>
            </a:r>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52"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8" r:id="rId11"/>
    <p:sldLayoutId id="2147483661" r:id="rId12"/>
    <p:sldLayoutId id="2147483662" r:id="rId13"/>
    <p:sldLayoutId id="2147483663" r:id="rId14"/>
    <p:sldLayoutId id="2147483664" r:id="rId15"/>
    <p:sldLayoutId id="2147483665" r:id="rId16"/>
    <p:sldLayoutId id="2147483669" r:id="rId17"/>
  </p:sldLayoutIdLst>
  <p:hf hdr="0" dt="0"/>
  <p:txStyles>
    <p:title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9.xml"/><Relationship Id="rId1" Type="http://schemas.openxmlformats.org/officeDocument/2006/relationships/slideLayout" Target="../slideLayouts/slideLayout15.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1.xml"/><Relationship Id="rId1" Type="http://schemas.openxmlformats.org/officeDocument/2006/relationships/slideLayout" Target="../slideLayouts/slideLayout16.x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image" Target="../media/image2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235671" y="1621410"/>
            <a:ext cx="6400800" cy="2422957"/>
          </a:xfrm>
        </p:spPr>
        <p:txBody>
          <a:bodyPr/>
          <a:lstStyle/>
          <a:p>
            <a:r>
              <a:rPr lang="en-US" dirty="0"/>
              <a:t>SPREADSHEET PROJECT:</a:t>
            </a:r>
            <a:br>
              <a:rPr lang="en-US" dirty="0"/>
            </a:br>
            <a:r>
              <a:rPr lang="en-US" sz="3600" b="0" dirty="0"/>
              <a:t>IT SUPPORT TICKET ANALYSIS</a:t>
            </a:r>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601366" y="4188542"/>
            <a:ext cx="3979302" cy="717755"/>
          </a:xfrm>
        </p:spPr>
        <p:txBody>
          <a:bodyPr/>
          <a:lstStyle/>
          <a:p>
            <a:r>
              <a:rPr lang="en-US" sz="2400" dirty="0"/>
              <a:t>HARMANPREET KAUR</a:t>
            </a:r>
          </a:p>
          <a:p>
            <a:endParaRPr lang="en-US" sz="2400" dirty="0"/>
          </a:p>
          <a:p>
            <a:endParaRPr lang="en-US" sz="2400" dirty="0"/>
          </a:p>
        </p:txBody>
      </p:sp>
      <p:pic>
        <p:nvPicPr>
          <p:cNvPr id="30" name="Picture placeholder 29">
            <a:extLst>
              <a:ext uri="{FF2B5EF4-FFF2-40B4-BE49-F238E27FC236}">
                <a16:creationId xmlns:a16="http://schemas.microsoft.com/office/drawing/2014/main" id="{18C88B4D-F554-49C2-A23C-DFE94D4C835B}"/>
              </a:ext>
            </a:extLst>
          </p:cNvPr>
          <p:cNvPicPr>
            <a:picLocks noGrp="1" noChangeAspect="1"/>
          </p:cNvPicPr>
          <p:nvPr>
            <p:ph type="pic" sz="quarter" idx="47"/>
          </p:nvPr>
        </p:nvPicPr>
        <p:blipFill>
          <a:blip r:embed="rId3"/>
          <a:srcRect l="28289" r="28289"/>
          <a:stretch/>
        </p:blipFill>
        <p:spPr>
          <a:xfrm>
            <a:off x="6742557" y="821836"/>
            <a:ext cx="4405503" cy="5066346"/>
          </a:xfrm>
        </p:spPr>
      </p:pic>
      <p:sp>
        <p:nvSpPr>
          <p:cNvPr id="14" name="Freeform: Shape 11">
            <a:extLst>
              <a:ext uri="{FF2B5EF4-FFF2-40B4-BE49-F238E27FC236}">
                <a16:creationId xmlns:a16="http://schemas.microsoft.com/office/drawing/2014/main" id="{E5D4DE6D-89C8-6FFF-287D-3F3BAD416CA1}"/>
              </a:ext>
              <a:ext uri="{C183D7F6-B498-43B3-948B-1728B52AA6E4}">
                <adec:decorative xmlns:adec="http://schemas.microsoft.com/office/drawing/2017/decorative" val="1"/>
              </a:ext>
            </a:extLst>
          </p:cNvPr>
          <p:cNvSpPr/>
          <p:nvPr/>
        </p:nvSpPr>
        <p:spPr>
          <a:xfrm>
            <a:off x="5974436" y="3694919"/>
            <a:ext cx="1637958" cy="187385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alpha val="50196"/>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509574" y="466532"/>
            <a:ext cx="5117162" cy="1698170"/>
          </a:xfrm>
        </p:spPr>
        <p:txBody>
          <a:bodyPr/>
          <a:lstStyle/>
          <a:p>
            <a:r>
              <a:rPr lang="en-US" altLang="zh-CN"/>
              <a:t>Introduction</a:t>
            </a:r>
            <a:endParaRPr lang="en-US"/>
          </a:p>
        </p:txBody>
      </p:sp>
      <p:sp>
        <p:nvSpPr>
          <p:cNvPr id="20" name="Text Placeholder 19">
            <a:extLst>
              <a:ext uri="{FF2B5EF4-FFF2-40B4-BE49-F238E27FC236}">
                <a16:creationId xmlns:a16="http://schemas.microsoft.com/office/drawing/2014/main" id="{CC0093B1-77CC-1E61-FB22-E136F94EABD2}"/>
              </a:ext>
            </a:extLst>
          </p:cNvPr>
          <p:cNvSpPr>
            <a:spLocks noGrp="1"/>
          </p:cNvSpPr>
          <p:nvPr>
            <p:ph type="body" sz="quarter" idx="28"/>
          </p:nvPr>
        </p:nvSpPr>
        <p:spPr>
          <a:xfrm>
            <a:off x="205273" y="2483193"/>
            <a:ext cx="5299787" cy="3805640"/>
          </a:xfrm>
        </p:spPr>
        <p:txBody>
          <a:bodyPr/>
          <a:lstStyle/>
          <a:p>
            <a:pPr marL="342900" indent="-342900">
              <a:buFont typeface="Arial" panose="020B0604020202020204" pitchFamily="34" charset="0"/>
              <a:buChar char="•"/>
            </a:pPr>
            <a:r>
              <a:rPr lang="en-US" sz="2000"/>
              <a:t>In today’s digital-driven organizations, IT support teams play a critical role in ensuring smooth business operations.</a:t>
            </a:r>
          </a:p>
          <a:p>
            <a:pPr marL="342900" indent="-342900">
              <a:buFont typeface="Arial" panose="020B0604020202020204" pitchFamily="34" charset="0"/>
              <a:buChar char="•"/>
            </a:pPr>
            <a:r>
              <a:rPr lang="en-US" sz="2000"/>
              <a:t>This project focuses on analyzing IT support ticket data to understand performance, efficiency and improvement areas using Excel dashboards.</a:t>
            </a:r>
          </a:p>
          <a:p>
            <a:endParaRPr lang="en-US" sz="2000"/>
          </a:p>
          <a:p>
            <a:endParaRPr lang="en-US"/>
          </a:p>
          <a:p>
            <a:endParaRPr lang="en-US"/>
          </a:p>
        </p:txBody>
      </p:sp>
      <p:sp>
        <p:nvSpPr>
          <p:cNvPr id="4" name="Footer Placeholder 3">
            <a:extLst>
              <a:ext uri="{FF2B5EF4-FFF2-40B4-BE49-F238E27FC236}">
                <a16:creationId xmlns:a16="http://schemas.microsoft.com/office/drawing/2014/main" id="{0A01EC1F-42C9-66C4-9D49-F6AF79D5BE91}"/>
              </a:ext>
            </a:extLst>
          </p:cNvPr>
          <p:cNvSpPr>
            <a:spLocks noGrp="1"/>
          </p:cNvSpPr>
          <p:nvPr>
            <p:ph type="ftr" sz="quarter" idx="52"/>
          </p:nvPr>
        </p:nvSpPr>
        <p:spPr>
          <a:xfrm>
            <a:off x="111967" y="6443782"/>
            <a:ext cx="4487465" cy="330241"/>
          </a:xfrm>
        </p:spPr>
        <p:txBody>
          <a:bodyPr/>
          <a:lstStyle/>
          <a:p>
            <a:r>
              <a:rPr lang="en-US"/>
              <a:t>IT TICKET ANALYSIS</a:t>
            </a:r>
          </a:p>
        </p:txBody>
      </p:sp>
      <p:pic>
        <p:nvPicPr>
          <p:cNvPr id="12" name="Picture Placeholder 11" descr="People around a table on their laptops">
            <a:extLst>
              <a:ext uri="{FF2B5EF4-FFF2-40B4-BE49-F238E27FC236}">
                <a16:creationId xmlns:a16="http://schemas.microsoft.com/office/drawing/2014/main" id="{8C4B5C6A-45B4-1976-622A-4CEB4E3211BC}"/>
              </a:ext>
            </a:extLst>
          </p:cNvPr>
          <p:cNvPicPr>
            <a:picLocks noGrp="1" noChangeAspect="1"/>
          </p:cNvPicPr>
          <p:nvPr>
            <p:ph type="pic" sz="quarter" idx="51"/>
          </p:nvPr>
        </p:nvPicPr>
        <p:blipFill rotWithShape="1">
          <a:blip r:embed="rId3" cstate="screen">
            <a:extLst>
              <a:ext uri="{28A0092B-C50C-407E-A947-70E740481C1C}">
                <a14:useLocalDpi xmlns:a14="http://schemas.microsoft.com/office/drawing/2010/main"/>
              </a:ext>
            </a:extLst>
          </a:blip>
          <a:srcRect/>
          <a:stretch/>
        </p:blipFill>
        <p:spPr/>
      </p:pic>
      <p:sp>
        <p:nvSpPr>
          <p:cNvPr id="6" name="Freeform: Shape 5">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p:nvSpPr>
        <p:spPr>
          <a:xfrm>
            <a:off x="4584821" y="311581"/>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7D952"/>
              </a:solidFill>
              <a:effectLst/>
              <a:uLnTx/>
              <a:uFillTx/>
              <a:latin typeface="Posterama Text SemiBold"/>
              <a:ea typeface="+mn-ea"/>
              <a:cs typeface="+mn-cs"/>
            </a:endParaRPr>
          </a:p>
        </p:txBody>
      </p:sp>
      <p:sp>
        <p:nvSpPr>
          <p:cNvPr id="7" name="Slide Number Placeholder 6">
            <a:extLst>
              <a:ext uri="{FF2B5EF4-FFF2-40B4-BE49-F238E27FC236}">
                <a16:creationId xmlns:a16="http://schemas.microsoft.com/office/drawing/2014/main" id="{7D6767F8-4670-E83D-85F4-1446B8B9D466}"/>
              </a:ext>
            </a:extLst>
          </p:cNvPr>
          <p:cNvSpPr>
            <a:spLocks noGrp="1"/>
          </p:cNvSpPr>
          <p:nvPr>
            <p:ph type="sldNum" sz="quarter" idx="53"/>
          </p:nvPr>
        </p:nvSpPr>
        <p:spPr/>
        <p:txBody>
          <a:bodyPr/>
          <a:lstStyle/>
          <a:p>
            <a:fld id="{47FEACEE-25B4-4A2D-B147-27296E36371D}" type="slidenum">
              <a:rPr lang="en-US" altLang="zh-CN" smtClean="0"/>
              <a:pPr/>
              <a:t>2</a:t>
            </a:fld>
            <a:endParaRPr lang="en-US" altLang="zh-CN"/>
          </a:p>
        </p:txBody>
      </p:sp>
    </p:spTree>
    <p:extLst>
      <p:ext uri="{BB962C8B-B14F-4D97-AF65-F5344CB8AC3E}">
        <p14:creationId xmlns:p14="http://schemas.microsoft.com/office/powerpoint/2010/main" val="775548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A86B6-C704-BE00-FA8D-B0698EFDCB9B}"/>
              </a:ext>
            </a:extLst>
          </p:cNvPr>
          <p:cNvSpPr>
            <a:spLocks noGrp="1"/>
          </p:cNvSpPr>
          <p:nvPr>
            <p:ph type="title"/>
          </p:nvPr>
        </p:nvSpPr>
        <p:spPr>
          <a:xfrm>
            <a:off x="592148" y="112779"/>
            <a:ext cx="4725582" cy="914099"/>
          </a:xfrm>
        </p:spPr>
        <p:txBody>
          <a:bodyPr/>
          <a:lstStyle/>
          <a:p>
            <a:r>
              <a:rPr lang="en-US" sz="3600"/>
              <a:t>Problem Statement</a:t>
            </a:r>
            <a:endParaRPr lang="en-IN" sz="3600"/>
          </a:p>
        </p:txBody>
      </p:sp>
      <p:sp>
        <p:nvSpPr>
          <p:cNvPr id="9" name="TextBox 8">
            <a:extLst>
              <a:ext uri="{FF2B5EF4-FFF2-40B4-BE49-F238E27FC236}">
                <a16:creationId xmlns:a16="http://schemas.microsoft.com/office/drawing/2014/main" id="{B7EE8F57-6073-387A-CB3E-DEB31191D3CB}"/>
              </a:ext>
            </a:extLst>
          </p:cNvPr>
          <p:cNvSpPr txBox="1"/>
          <p:nvPr/>
        </p:nvSpPr>
        <p:spPr>
          <a:xfrm>
            <a:off x="110689" y="644469"/>
            <a:ext cx="11698664" cy="2031325"/>
          </a:xfrm>
          <a:prstGeom prst="rect">
            <a:avLst/>
          </a:prstGeom>
        </p:spPr>
        <p:txBody>
          <a:bodyPr wrap="square" rtlCol="0">
            <a:spAutoFit/>
          </a:bodyPr>
          <a:lstStyle/>
          <a:p>
            <a:r>
              <a:rPr lang="en-US" dirty="0">
                <a:latin typeface="Mona Sans"/>
              </a:rPr>
              <a:t>You are tasked with analyzing the IT support ticket management system to understand the </a:t>
            </a:r>
            <a:r>
              <a:rPr lang="en-US" b="1" dirty="0">
                <a:latin typeface="Mona Sans"/>
              </a:rPr>
              <a:t>performance of IT agents, the efficiency of ticket resolution, and the satisfaction levels of employees. </a:t>
            </a:r>
            <a:r>
              <a:rPr lang="en-US" dirty="0">
                <a:latin typeface="Mona Sans"/>
              </a:rPr>
              <a:t>The objective is to identify high and low performers among IT agents, assess the overall effectiveness of the team, and pinpoint areas for improvement in the ticket resolution process. The ultimate goal is to make informed staffing decisions, including hiring, firing, and training, to enhance overall service quality and team performance.</a:t>
            </a:r>
          </a:p>
          <a:p>
            <a:r>
              <a:rPr lang="en-US" b="1" u="sng" dirty="0">
                <a:latin typeface="Mona Sans"/>
              </a:rPr>
              <a:t>SHEET 1</a:t>
            </a:r>
            <a:r>
              <a:rPr lang="en-US" b="1" dirty="0">
                <a:latin typeface="Mona Sans"/>
              </a:rPr>
              <a:t> : </a:t>
            </a:r>
            <a:r>
              <a:rPr lang="en-US" b="1" u="sng" dirty="0">
                <a:latin typeface="Mona Sans"/>
              </a:rPr>
              <a:t>TICKETS</a:t>
            </a:r>
            <a:endParaRPr lang="en-IN" b="1" u="sng" dirty="0"/>
          </a:p>
          <a:p>
            <a:pPr marL="0" indent="0" algn="ctr">
              <a:lnSpc>
                <a:spcPct val="100000"/>
              </a:lnSpc>
              <a:spcBef>
                <a:spcPts val="0"/>
              </a:spcBef>
              <a:buFontTx/>
              <a:buNone/>
            </a:pPr>
            <a:endParaRPr lang="en-IN" sz="1800" dirty="0">
              <a:solidFill>
                <a:prstClr val="white"/>
              </a:solidFill>
              <a:latin typeface="Posterama" panose="020B0504020200020000" pitchFamily="34" charset="0"/>
              <a:ea typeface="微软雅黑"/>
              <a:cs typeface="Posterama" panose="020B0504020200020000" pitchFamily="34" charset="0"/>
            </a:endParaRPr>
          </a:p>
        </p:txBody>
      </p:sp>
      <p:pic>
        <p:nvPicPr>
          <p:cNvPr id="10" name="Picture 9">
            <a:extLst>
              <a:ext uri="{FF2B5EF4-FFF2-40B4-BE49-F238E27FC236}">
                <a16:creationId xmlns:a16="http://schemas.microsoft.com/office/drawing/2014/main" id="{88CE9B18-C685-CE2A-8B2B-B8E97F57303F}"/>
              </a:ext>
            </a:extLst>
          </p:cNvPr>
          <p:cNvPicPr>
            <a:picLocks noChangeAspect="1"/>
          </p:cNvPicPr>
          <p:nvPr/>
        </p:nvPicPr>
        <p:blipFill>
          <a:blip r:embed="rId2"/>
          <a:stretch>
            <a:fillRect/>
          </a:stretch>
        </p:blipFill>
        <p:spPr>
          <a:xfrm>
            <a:off x="110689" y="2359741"/>
            <a:ext cx="11970622" cy="4385480"/>
          </a:xfrm>
          <a:prstGeom prst="rect">
            <a:avLst/>
          </a:prstGeom>
        </p:spPr>
      </p:pic>
    </p:spTree>
    <p:extLst>
      <p:ext uri="{BB962C8B-B14F-4D97-AF65-F5344CB8AC3E}">
        <p14:creationId xmlns:p14="http://schemas.microsoft.com/office/powerpoint/2010/main" val="1414195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6C125-F7DF-5129-BA18-B70AE5442BBE}"/>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F76E90FD-9C78-F547-149F-B0589D8806D4}"/>
              </a:ext>
            </a:extLst>
          </p:cNvPr>
          <p:cNvSpPr txBox="1"/>
          <p:nvPr/>
        </p:nvSpPr>
        <p:spPr>
          <a:xfrm>
            <a:off x="110689" y="211850"/>
            <a:ext cx="11698664" cy="369332"/>
          </a:xfrm>
          <a:prstGeom prst="rect">
            <a:avLst/>
          </a:prstGeom>
        </p:spPr>
        <p:txBody>
          <a:bodyPr wrap="square" rtlCol="0">
            <a:spAutoFit/>
          </a:bodyPr>
          <a:lstStyle/>
          <a:p>
            <a:r>
              <a:rPr lang="en-US" b="1" u="sng" dirty="0">
                <a:latin typeface="Mona Sans"/>
              </a:rPr>
              <a:t>SHEET 2</a:t>
            </a:r>
            <a:r>
              <a:rPr lang="en-US" b="1" dirty="0">
                <a:latin typeface="Mona Sans"/>
              </a:rPr>
              <a:t> : </a:t>
            </a:r>
            <a:r>
              <a:rPr lang="en-US" b="1" u="sng" dirty="0">
                <a:latin typeface="Mona Sans"/>
              </a:rPr>
              <a:t>IT AGENTS</a:t>
            </a:r>
            <a:endParaRPr lang="en-IN" sz="1800" dirty="0">
              <a:solidFill>
                <a:prstClr val="white"/>
              </a:solidFill>
              <a:latin typeface="Posterama" panose="020B0504020200020000" pitchFamily="34" charset="0"/>
              <a:ea typeface="微软雅黑"/>
              <a:cs typeface="Posterama" panose="020B0504020200020000" pitchFamily="34" charset="0"/>
            </a:endParaRPr>
          </a:p>
        </p:txBody>
      </p:sp>
      <p:pic>
        <p:nvPicPr>
          <p:cNvPr id="4" name="Picture 3">
            <a:extLst>
              <a:ext uri="{FF2B5EF4-FFF2-40B4-BE49-F238E27FC236}">
                <a16:creationId xmlns:a16="http://schemas.microsoft.com/office/drawing/2014/main" id="{14ED9F98-AE64-708C-863D-34CE0F8D2CDC}"/>
              </a:ext>
            </a:extLst>
          </p:cNvPr>
          <p:cNvPicPr>
            <a:picLocks noChangeAspect="1"/>
          </p:cNvPicPr>
          <p:nvPr/>
        </p:nvPicPr>
        <p:blipFill>
          <a:blip r:embed="rId2"/>
          <a:stretch>
            <a:fillRect/>
          </a:stretch>
        </p:blipFill>
        <p:spPr>
          <a:xfrm>
            <a:off x="284103" y="776748"/>
            <a:ext cx="11525250" cy="5717304"/>
          </a:xfrm>
          <a:prstGeom prst="rect">
            <a:avLst/>
          </a:prstGeom>
        </p:spPr>
      </p:pic>
    </p:spTree>
    <p:extLst>
      <p:ext uri="{BB962C8B-B14F-4D97-AF65-F5344CB8AC3E}">
        <p14:creationId xmlns:p14="http://schemas.microsoft.com/office/powerpoint/2010/main" val="2666288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3EE6A1D-5C43-D314-EC9E-6342E75EF88C}"/>
              </a:ext>
            </a:extLst>
          </p:cNvPr>
          <p:cNvSpPr txBox="1"/>
          <p:nvPr/>
        </p:nvSpPr>
        <p:spPr>
          <a:xfrm>
            <a:off x="527168" y="1079744"/>
            <a:ext cx="6017469" cy="5678478"/>
          </a:xfrm>
          <a:prstGeom prst="rect">
            <a:avLst/>
          </a:prstGeom>
          <a:noFill/>
        </p:spPr>
        <p:txBody>
          <a:bodyPr wrap="square">
            <a:spAutoFit/>
          </a:bodyPr>
          <a:lstStyle/>
          <a:p>
            <a:pPr rtl="0" fontAlgn="base"/>
            <a:r>
              <a:rPr lang="en-IN" b="1" dirty="0">
                <a:solidFill>
                  <a:srgbClr val="000000"/>
                </a:solidFill>
                <a:latin typeface="Aptos Narrow" panose="020B0004020202020204" pitchFamily="34" charset="0"/>
              </a:rPr>
              <a:t>SHEET 1 : TICKETS -</a:t>
            </a:r>
            <a:r>
              <a:rPr lang="en-IN" sz="1800" b="0" i="0" u="none" strike="noStrike" dirty="0">
                <a:solidFill>
                  <a:srgbClr val="000000"/>
                </a:solidFill>
                <a:effectLst/>
                <a:latin typeface="Aptos Narrow" panose="020B0004020202020204" pitchFamily="34" charset="0"/>
              </a:rPr>
              <a:t> </a:t>
            </a:r>
            <a:r>
              <a:rPr lang="en-IN" dirty="0">
                <a:solidFill>
                  <a:srgbClr val="000000"/>
                </a:solidFill>
                <a:latin typeface="Aptos Narrow" panose="020B0004020202020204" pitchFamily="34" charset="0"/>
              </a:rPr>
              <a:t>I</a:t>
            </a:r>
            <a:r>
              <a:rPr lang="en-IN" sz="1800" b="0" i="0" u="none" strike="noStrike" dirty="0">
                <a:solidFill>
                  <a:srgbClr val="000000"/>
                </a:solidFill>
                <a:effectLst/>
                <a:latin typeface="Aptos Narrow" panose="020B0004020202020204" pitchFamily="34" charset="0"/>
              </a:rPr>
              <a:t>nformation about IT support tickets.</a:t>
            </a:r>
          </a:p>
          <a:p>
            <a:pPr marL="285750" indent="-285750" rtl="0" fontAlgn="base">
              <a:buFont typeface="Wingdings" pitchFamily="2" charset="2"/>
              <a:buChar char="Ø"/>
            </a:pPr>
            <a:endParaRPr lang="en-IN" sz="1800" b="0" i="0" u="none" strike="noStrike" dirty="0">
              <a:solidFill>
                <a:srgbClr val="000000"/>
              </a:solidFill>
              <a:effectLst/>
              <a:latin typeface="Aptos Narrow" panose="020B0004020202020204" pitchFamily="34" charset="0"/>
            </a:endParaRPr>
          </a:p>
          <a:p>
            <a:pPr rtl="0" fontAlgn="base">
              <a:spcAft>
                <a:spcPts val="1000"/>
              </a:spcAft>
            </a:pPr>
            <a:r>
              <a:rPr lang="en-IN" sz="1800" b="1" i="0" u="none" strike="noStrike" dirty="0">
                <a:solidFill>
                  <a:srgbClr val="000000"/>
                </a:solidFill>
                <a:effectLst/>
                <a:latin typeface="Aptos Narrow" panose="020B0004020202020204" pitchFamily="34" charset="0"/>
              </a:rPr>
              <a:t>1. ID Ticket: </a:t>
            </a:r>
            <a:r>
              <a:rPr lang="en-IN" sz="1800" b="0" i="0" u="none" strike="noStrike" dirty="0">
                <a:solidFill>
                  <a:srgbClr val="000000"/>
                </a:solidFill>
                <a:effectLst/>
                <a:latin typeface="Aptos Narrow" panose="020B0004020202020204" pitchFamily="34" charset="0"/>
              </a:rPr>
              <a:t>Unique identifier for the ticket.</a:t>
            </a:r>
            <a:endParaRPr lang="en-IN" sz="1800" b="1" i="0" u="none" strike="noStrike" dirty="0">
              <a:solidFill>
                <a:srgbClr val="000000"/>
              </a:solidFill>
              <a:effectLst/>
              <a:latin typeface="Aptos Narrow" panose="020B0004020202020204" pitchFamily="34" charset="0"/>
            </a:endParaRPr>
          </a:p>
          <a:p>
            <a:pPr rtl="0" fontAlgn="base">
              <a:spcAft>
                <a:spcPts val="1000"/>
              </a:spcAft>
            </a:pPr>
            <a:r>
              <a:rPr lang="en-IN" sz="1800" b="1" i="0" u="none" strike="noStrike" dirty="0">
                <a:solidFill>
                  <a:srgbClr val="000000"/>
                </a:solidFill>
                <a:effectLst/>
                <a:latin typeface="Aptos Narrow" panose="020B0004020202020204" pitchFamily="34" charset="0"/>
              </a:rPr>
              <a:t>2. </a:t>
            </a:r>
            <a:r>
              <a:rPr lang="en-IN" sz="1800" b="1" i="0" u="none" strike="noStrike" dirty="0" err="1">
                <a:solidFill>
                  <a:srgbClr val="000000"/>
                </a:solidFill>
                <a:effectLst/>
                <a:latin typeface="Aptos Narrow" panose="020B0004020202020204" pitchFamily="34" charset="0"/>
              </a:rPr>
              <a:t>Fecha</a:t>
            </a:r>
            <a:r>
              <a:rPr lang="en-IN" sz="1800" b="1" i="0" u="none" strike="noStrike" dirty="0">
                <a:solidFill>
                  <a:srgbClr val="000000"/>
                </a:solidFill>
                <a:effectLst/>
                <a:latin typeface="Aptos Narrow" panose="020B0004020202020204" pitchFamily="34" charset="0"/>
              </a:rPr>
              <a:t> : </a:t>
            </a:r>
            <a:r>
              <a:rPr lang="en-IN" sz="1800" b="0" i="0" u="none" strike="noStrike" dirty="0">
                <a:solidFill>
                  <a:srgbClr val="000000"/>
                </a:solidFill>
                <a:effectLst/>
                <a:latin typeface="Aptos Narrow" panose="020B0004020202020204" pitchFamily="34" charset="0"/>
              </a:rPr>
              <a:t>Date of the ticket.</a:t>
            </a:r>
            <a:endParaRPr lang="en-IN" sz="1800" b="1" i="0" u="none" strike="noStrike" dirty="0">
              <a:solidFill>
                <a:srgbClr val="000000"/>
              </a:solidFill>
              <a:effectLst/>
              <a:latin typeface="Aptos Narrow" panose="020B0004020202020204" pitchFamily="34" charset="0"/>
            </a:endParaRPr>
          </a:p>
          <a:p>
            <a:pPr rtl="0" fontAlgn="base">
              <a:spcAft>
                <a:spcPts val="1000"/>
              </a:spcAft>
            </a:pPr>
            <a:r>
              <a:rPr lang="en-IN" sz="1800" b="1" i="0" u="none" strike="noStrike" dirty="0">
                <a:solidFill>
                  <a:srgbClr val="000000"/>
                </a:solidFill>
                <a:effectLst/>
                <a:latin typeface="Aptos Narrow" panose="020B0004020202020204" pitchFamily="34" charset="0"/>
              </a:rPr>
              <a:t>3. Employee ID :</a:t>
            </a:r>
            <a:r>
              <a:rPr lang="en-IN" sz="1800" b="0" i="0" u="none" strike="noStrike" dirty="0">
                <a:solidFill>
                  <a:srgbClr val="000000"/>
                </a:solidFill>
                <a:effectLst/>
                <a:latin typeface="Aptos Narrow" panose="020B0004020202020204" pitchFamily="34" charset="0"/>
              </a:rPr>
              <a:t> ID of the employee who raised the ticket.</a:t>
            </a:r>
            <a:endParaRPr lang="en-IN" sz="1800" b="1" i="0" u="none" strike="noStrike" dirty="0">
              <a:solidFill>
                <a:srgbClr val="000000"/>
              </a:solidFill>
              <a:effectLst/>
              <a:latin typeface="Aptos Narrow" panose="020B0004020202020204" pitchFamily="34" charset="0"/>
            </a:endParaRPr>
          </a:p>
          <a:p>
            <a:pPr rtl="0" fontAlgn="base">
              <a:spcAft>
                <a:spcPts val="1000"/>
              </a:spcAft>
            </a:pPr>
            <a:r>
              <a:rPr lang="en-IN" sz="1800" b="1" i="0" u="none" strike="noStrike" dirty="0">
                <a:solidFill>
                  <a:srgbClr val="000000"/>
                </a:solidFill>
                <a:effectLst/>
                <a:latin typeface="Aptos Narrow" panose="020B0004020202020204" pitchFamily="34" charset="0"/>
              </a:rPr>
              <a:t>4. Agent ID :</a:t>
            </a:r>
            <a:r>
              <a:rPr lang="en-IN" sz="1800" b="0" i="0" u="none" strike="noStrike" dirty="0">
                <a:solidFill>
                  <a:srgbClr val="000000"/>
                </a:solidFill>
                <a:effectLst/>
                <a:latin typeface="Aptos Narrow" panose="020B0004020202020204" pitchFamily="34" charset="0"/>
              </a:rPr>
              <a:t> ID of the agent assigned to the ticket. </a:t>
            </a:r>
            <a:endParaRPr lang="en-IN" sz="1800" b="1" i="0" u="none" strike="noStrike" dirty="0">
              <a:solidFill>
                <a:srgbClr val="000000"/>
              </a:solidFill>
              <a:effectLst/>
              <a:latin typeface="Aptos Narrow" panose="020B0004020202020204" pitchFamily="34" charset="0"/>
            </a:endParaRPr>
          </a:p>
          <a:p>
            <a:pPr rtl="0" fontAlgn="base">
              <a:spcAft>
                <a:spcPts val="1000"/>
              </a:spcAft>
            </a:pPr>
            <a:r>
              <a:rPr lang="en-IN" sz="1800" b="1" i="0" u="none" strike="noStrike" dirty="0">
                <a:solidFill>
                  <a:srgbClr val="000000"/>
                </a:solidFill>
                <a:effectLst/>
                <a:latin typeface="Aptos Narrow" panose="020B0004020202020204" pitchFamily="34" charset="0"/>
              </a:rPr>
              <a:t>5. Request Category :</a:t>
            </a:r>
            <a:r>
              <a:rPr lang="en-IN" sz="1800" b="0" i="0" u="none" strike="noStrike" dirty="0">
                <a:solidFill>
                  <a:srgbClr val="000000"/>
                </a:solidFill>
                <a:effectLst/>
                <a:latin typeface="Aptos Narrow" panose="020B0004020202020204" pitchFamily="34" charset="0"/>
              </a:rPr>
              <a:t> Category of the request (Login Access, System, Software, Hardware).</a:t>
            </a:r>
            <a:endParaRPr lang="en-IN" sz="1800" b="1" i="0" u="none" strike="noStrike" dirty="0">
              <a:solidFill>
                <a:srgbClr val="000000"/>
              </a:solidFill>
              <a:effectLst/>
              <a:latin typeface="Aptos Narrow" panose="020B0004020202020204" pitchFamily="34" charset="0"/>
            </a:endParaRPr>
          </a:p>
          <a:p>
            <a:pPr rtl="0" fontAlgn="base">
              <a:spcAft>
                <a:spcPts val="1000"/>
              </a:spcAft>
            </a:pPr>
            <a:r>
              <a:rPr lang="en-IN" sz="1800" b="1" i="0" u="none" strike="noStrike" dirty="0">
                <a:solidFill>
                  <a:srgbClr val="000000"/>
                </a:solidFill>
                <a:effectLst/>
                <a:latin typeface="Aptos Narrow" panose="020B0004020202020204" pitchFamily="34" charset="0"/>
              </a:rPr>
              <a:t>6. Issue Type : </a:t>
            </a:r>
            <a:r>
              <a:rPr lang="en-IN" sz="1800" b="0" i="0" u="none" strike="noStrike" dirty="0">
                <a:solidFill>
                  <a:srgbClr val="000000"/>
                </a:solidFill>
                <a:effectLst/>
                <a:latin typeface="Aptos Narrow" panose="020B0004020202020204" pitchFamily="34" charset="0"/>
              </a:rPr>
              <a:t>Type of issue ( IT Error, IT Request).</a:t>
            </a:r>
            <a:endParaRPr lang="en-IN" sz="1800" b="1" i="0" u="none" strike="noStrike" dirty="0">
              <a:solidFill>
                <a:srgbClr val="000000"/>
              </a:solidFill>
              <a:effectLst/>
              <a:latin typeface="Aptos Narrow" panose="020B0004020202020204" pitchFamily="34" charset="0"/>
            </a:endParaRPr>
          </a:p>
          <a:p>
            <a:pPr rtl="0" fontAlgn="base">
              <a:spcAft>
                <a:spcPts val="1000"/>
              </a:spcAft>
            </a:pPr>
            <a:r>
              <a:rPr lang="en-IN" sz="1800" b="1" i="0" u="none" strike="noStrike" dirty="0">
                <a:solidFill>
                  <a:srgbClr val="000000"/>
                </a:solidFill>
                <a:effectLst/>
                <a:latin typeface="Aptos Narrow" panose="020B0004020202020204" pitchFamily="34" charset="0"/>
              </a:rPr>
              <a:t>7. Severity </a:t>
            </a:r>
            <a:r>
              <a:rPr lang="en-IN" sz="1800" b="0" i="0" u="none" strike="noStrike" dirty="0">
                <a:solidFill>
                  <a:srgbClr val="000000"/>
                </a:solidFill>
                <a:effectLst/>
                <a:latin typeface="Aptos Narrow" panose="020B0004020202020204" pitchFamily="34" charset="0"/>
              </a:rPr>
              <a:t>: Severity of the issue (Normal, Minor, Major, Urgent, Unclassified)</a:t>
            </a:r>
          </a:p>
          <a:p>
            <a:pPr rtl="0" fontAlgn="base">
              <a:spcAft>
                <a:spcPts val="1000"/>
              </a:spcAft>
            </a:pPr>
            <a:r>
              <a:rPr lang="en-IN" sz="1800" b="1" i="0" u="none" strike="noStrike" dirty="0">
                <a:solidFill>
                  <a:srgbClr val="000000"/>
                </a:solidFill>
                <a:effectLst/>
                <a:latin typeface="Aptos Narrow" panose="020B0004020202020204" pitchFamily="34" charset="0"/>
              </a:rPr>
              <a:t>8. Priority : </a:t>
            </a:r>
            <a:r>
              <a:rPr lang="en-IN" sz="1800" b="0" i="0" u="none" strike="noStrike" dirty="0">
                <a:solidFill>
                  <a:srgbClr val="000000"/>
                </a:solidFill>
                <a:effectLst/>
                <a:latin typeface="Aptos Narrow" panose="020B0004020202020204" pitchFamily="34" charset="0"/>
              </a:rPr>
              <a:t>Priority level of the issue. (Low, Mid, High, Unassigned)</a:t>
            </a:r>
          </a:p>
          <a:p>
            <a:pPr fontAlgn="base">
              <a:spcAft>
                <a:spcPts val="1000"/>
              </a:spcAft>
            </a:pPr>
            <a:r>
              <a:rPr lang="en-IN" b="1" dirty="0">
                <a:solidFill>
                  <a:srgbClr val="000000"/>
                </a:solidFill>
                <a:latin typeface="Aptos Narrow" panose="020B0004020202020204" pitchFamily="34" charset="0"/>
              </a:rPr>
              <a:t>9. Resolution Time (In Days) : </a:t>
            </a:r>
            <a:r>
              <a:rPr lang="en-IN" dirty="0">
                <a:solidFill>
                  <a:srgbClr val="000000"/>
                </a:solidFill>
                <a:latin typeface="Aptos Narrow" panose="020B0004020202020204" pitchFamily="34" charset="0"/>
              </a:rPr>
              <a:t>Time taken to resolve the ticket.</a:t>
            </a:r>
            <a:endParaRPr lang="en-IN" b="1" dirty="0">
              <a:solidFill>
                <a:srgbClr val="000000"/>
              </a:solidFill>
              <a:latin typeface="Aptos Narrow" panose="020B0004020202020204" pitchFamily="34" charset="0"/>
            </a:endParaRPr>
          </a:p>
          <a:p>
            <a:pPr fontAlgn="base">
              <a:spcAft>
                <a:spcPts val="1000"/>
              </a:spcAft>
            </a:pPr>
            <a:r>
              <a:rPr lang="en-IN" b="1" dirty="0">
                <a:solidFill>
                  <a:srgbClr val="000000"/>
                </a:solidFill>
                <a:latin typeface="Aptos Narrow" panose="020B0004020202020204" pitchFamily="34" charset="0"/>
              </a:rPr>
              <a:t>10. Satisfaction Rate : </a:t>
            </a:r>
            <a:r>
              <a:rPr lang="en-IN" dirty="0">
                <a:solidFill>
                  <a:srgbClr val="000000"/>
                </a:solidFill>
                <a:latin typeface="Aptos Narrow" panose="020B0004020202020204" pitchFamily="34" charset="0"/>
              </a:rPr>
              <a:t>Satisfaction rate provided by the employee. (1-5 scale)</a:t>
            </a:r>
            <a:endParaRPr lang="en-US" dirty="0">
              <a:latin typeface="Aptos Narrow" panose="020B0004020202020204" pitchFamily="34" charset="0"/>
            </a:endParaRPr>
          </a:p>
        </p:txBody>
      </p:sp>
      <p:sp>
        <p:nvSpPr>
          <p:cNvPr id="9" name="TextBox 8">
            <a:extLst>
              <a:ext uri="{FF2B5EF4-FFF2-40B4-BE49-F238E27FC236}">
                <a16:creationId xmlns:a16="http://schemas.microsoft.com/office/drawing/2014/main" id="{B3B35F48-77C9-01C9-6BBD-CF0BA9AD846E}"/>
              </a:ext>
            </a:extLst>
          </p:cNvPr>
          <p:cNvSpPr txBox="1"/>
          <p:nvPr/>
        </p:nvSpPr>
        <p:spPr>
          <a:xfrm>
            <a:off x="7059561" y="786580"/>
            <a:ext cx="5132439" cy="4503797"/>
          </a:xfrm>
          <a:prstGeom prst="rect">
            <a:avLst/>
          </a:prstGeom>
          <a:noFill/>
        </p:spPr>
        <p:txBody>
          <a:bodyPr wrap="square">
            <a:spAutoFit/>
          </a:bodyPr>
          <a:lstStyle/>
          <a:p>
            <a:pPr rtl="0" fontAlgn="base">
              <a:spcAft>
                <a:spcPts val="1000"/>
              </a:spcAft>
            </a:pPr>
            <a:br>
              <a:rPr lang="en-IN" b="0" dirty="0">
                <a:effectLst/>
                <a:latin typeface="Aptos Narrow" panose="020B0004020202020204" pitchFamily="34" charset="0"/>
              </a:rPr>
            </a:br>
            <a:r>
              <a:rPr lang="en-IN" sz="1800" b="1" i="0" u="none" strike="noStrike" dirty="0">
                <a:solidFill>
                  <a:srgbClr val="000000"/>
                </a:solidFill>
                <a:effectLst/>
                <a:latin typeface="Aptos Narrow" panose="020B0004020202020204" pitchFamily="34" charset="0"/>
              </a:rPr>
              <a:t>SHEET 2 : IT AGENTS - </a:t>
            </a:r>
            <a:r>
              <a:rPr lang="en-IN" sz="1800" b="0" i="0" u="none" strike="noStrike" dirty="0">
                <a:solidFill>
                  <a:srgbClr val="000000"/>
                </a:solidFill>
                <a:effectLst/>
                <a:latin typeface="Aptos Narrow" panose="020B0004020202020204" pitchFamily="34" charset="0"/>
              </a:rPr>
              <a:t> </a:t>
            </a:r>
            <a:r>
              <a:rPr lang="en-IN" dirty="0">
                <a:solidFill>
                  <a:srgbClr val="000000"/>
                </a:solidFill>
                <a:latin typeface="Aptos Narrow" panose="020B0004020202020204" pitchFamily="34" charset="0"/>
              </a:rPr>
              <a:t>I</a:t>
            </a:r>
            <a:r>
              <a:rPr lang="en-IN" sz="1800" b="0" i="0" u="none" strike="noStrike" dirty="0">
                <a:solidFill>
                  <a:srgbClr val="000000"/>
                </a:solidFill>
                <a:effectLst/>
                <a:latin typeface="Aptos Narrow" panose="020B0004020202020204" pitchFamily="34" charset="0"/>
              </a:rPr>
              <a:t>nformation about IT agents.</a:t>
            </a:r>
          </a:p>
          <a:p>
            <a:pPr rtl="0" fontAlgn="base">
              <a:spcAft>
                <a:spcPts val="1000"/>
              </a:spcAft>
            </a:pPr>
            <a:endParaRPr lang="en-IN" sz="1800" b="0" i="0" u="none" strike="noStrike" dirty="0">
              <a:solidFill>
                <a:srgbClr val="000000"/>
              </a:solidFill>
              <a:effectLst/>
              <a:latin typeface="Aptos Narrow" panose="020B0004020202020204" pitchFamily="34" charset="0"/>
            </a:endParaRPr>
          </a:p>
          <a:p>
            <a:pPr rtl="0" fontAlgn="base"/>
            <a:r>
              <a:rPr lang="en-IN" sz="1800" b="1" i="0" u="none" strike="noStrike" dirty="0">
                <a:solidFill>
                  <a:srgbClr val="000000"/>
                </a:solidFill>
                <a:effectLst/>
                <a:latin typeface="Aptos Narrow" panose="020B0004020202020204" pitchFamily="34" charset="0"/>
              </a:rPr>
              <a:t>1. Agent ID : </a:t>
            </a:r>
            <a:r>
              <a:rPr lang="en-IN" sz="1800" b="0" i="0" u="none" strike="noStrike" dirty="0">
                <a:solidFill>
                  <a:srgbClr val="000000"/>
                </a:solidFill>
                <a:effectLst/>
                <a:latin typeface="Aptos Narrow" panose="020B0004020202020204" pitchFamily="34" charset="0"/>
              </a:rPr>
              <a:t>Unique identifier for the agent.</a:t>
            </a:r>
            <a:endParaRPr lang="en-IN" sz="1800" b="1" i="0" u="none" strike="noStrike" dirty="0">
              <a:solidFill>
                <a:srgbClr val="000000"/>
              </a:solidFill>
              <a:effectLst/>
              <a:latin typeface="Aptos Narrow" panose="020B0004020202020204" pitchFamily="34" charset="0"/>
            </a:endParaRPr>
          </a:p>
          <a:p>
            <a:pPr marL="285750" indent="-285750" rtl="0" fontAlgn="base">
              <a:buFont typeface="Arial" panose="020B0604020202020204" pitchFamily="34" charset="0"/>
              <a:buChar char="•"/>
            </a:pPr>
            <a:endParaRPr lang="en-IN" b="1" dirty="0">
              <a:solidFill>
                <a:srgbClr val="000000"/>
              </a:solidFill>
              <a:latin typeface="Aptos Narrow" panose="020B0004020202020204" pitchFamily="34" charset="0"/>
            </a:endParaRPr>
          </a:p>
          <a:p>
            <a:pPr rtl="0" fontAlgn="base"/>
            <a:r>
              <a:rPr lang="en-IN" sz="1800" b="1" i="0" u="none" strike="noStrike" dirty="0">
                <a:solidFill>
                  <a:srgbClr val="000000"/>
                </a:solidFill>
                <a:effectLst/>
                <a:latin typeface="Aptos Narrow" panose="020B0004020202020204" pitchFamily="34" charset="0"/>
              </a:rPr>
              <a:t>2. Full Name : </a:t>
            </a:r>
            <a:r>
              <a:rPr lang="en-IN" sz="1800" b="0" i="0" u="none" strike="noStrike" dirty="0">
                <a:solidFill>
                  <a:srgbClr val="000000"/>
                </a:solidFill>
                <a:effectLst/>
                <a:latin typeface="Aptos Narrow" panose="020B0004020202020204" pitchFamily="34" charset="0"/>
              </a:rPr>
              <a:t>Full name of the agent.</a:t>
            </a:r>
            <a:endParaRPr lang="en-IN" sz="1800" b="1" i="0" u="none" strike="noStrike" dirty="0">
              <a:solidFill>
                <a:srgbClr val="000000"/>
              </a:solidFill>
              <a:effectLst/>
              <a:latin typeface="Aptos Narrow" panose="020B0004020202020204" pitchFamily="34" charset="0"/>
            </a:endParaRPr>
          </a:p>
          <a:p>
            <a:pPr marL="285750" indent="-285750" rtl="0" fontAlgn="base">
              <a:buFont typeface="Arial" panose="020B0604020202020204" pitchFamily="34" charset="0"/>
              <a:buChar char="•"/>
            </a:pPr>
            <a:endParaRPr lang="en-IN" sz="1800" b="1" i="0" u="none" strike="noStrike" dirty="0">
              <a:solidFill>
                <a:srgbClr val="000000"/>
              </a:solidFill>
              <a:effectLst/>
              <a:latin typeface="Aptos Narrow" panose="020B0004020202020204" pitchFamily="34" charset="0"/>
            </a:endParaRPr>
          </a:p>
          <a:p>
            <a:pPr rtl="0" fontAlgn="base"/>
            <a:r>
              <a:rPr lang="en-IN" sz="1800" b="1" i="0" u="none" strike="noStrike" dirty="0">
                <a:solidFill>
                  <a:srgbClr val="000000"/>
                </a:solidFill>
                <a:effectLst/>
                <a:latin typeface="Aptos Narrow" panose="020B0004020202020204" pitchFamily="34" charset="0"/>
              </a:rPr>
              <a:t>3. Email : </a:t>
            </a:r>
            <a:r>
              <a:rPr lang="en-IN" sz="1800" b="0" i="0" u="none" strike="noStrike" dirty="0">
                <a:solidFill>
                  <a:srgbClr val="000000"/>
                </a:solidFill>
                <a:effectLst/>
                <a:latin typeface="Aptos Narrow" panose="020B0004020202020204" pitchFamily="34" charset="0"/>
              </a:rPr>
              <a:t>Email address of the agent.</a:t>
            </a:r>
            <a:endParaRPr lang="en-IN" sz="1800" b="1" i="0" u="none" strike="noStrike" dirty="0">
              <a:solidFill>
                <a:srgbClr val="000000"/>
              </a:solidFill>
              <a:effectLst/>
              <a:latin typeface="Aptos Narrow" panose="020B0004020202020204" pitchFamily="34" charset="0"/>
            </a:endParaRPr>
          </a:p>
          <a:p>
            <a:pPr marL="285750" indent="-285750" rtl="0" fontAlgn="base">
              <a:buFont typeface="Arial" panose="020B0604020202020204" pitchFamily="34" charset="0"/>
              <a:buChar char="•"/>
            </a:pPr>
            <a:endParaRPr lang="en-IN" sz="1800" b="1" i="0" u="none" strike="noStrike" dirty="0">
              <a:solidFill>
                <a:srgbClr val="000000"/>
              </a:solidFill>
              <a:effectLst/>
              <a:latin typeface="Aptos Narrow" panose="020B0004020202020204" pitchFamily="34" charset="0"/>
            </a:endParaRPr>
          </a:p>
          <a:p>
            <a:pPr rtl="0" fontAlgn="base"/>
            <a:r>
              <a:rPr lang="en-IN" sz="1800" b="1" i="0" u="none" strike="noStrike" dirty="0">
                <a:solidFill>
                  <a:srgbClr val="000000"/>
                </a:solidFill>
                <a:effectLst/>
                <a:latin typeface="Aptos Narrow" panose="020B0004020202020204" pitchFamily="34" charset="0"/>
              </a:rPr>
              <a:t>4. Year of Birth : </a:t>
            </a:r>
            <a:r>
              <a:rPr lang="en-IN" sz="1800" b="0" i="0" u="none" strike="noStrike" dirty="0">
                <a:solidFill>
                  <a:srgbClr val="000000"/>
                </a:solidFill>
                <a:effectLst/>
                <a:latin typeface="Aptos Narrow" panose="020B0004020202020204" pitchFamily="34" charset="0"/>
              </a:rPr>
              <a:t>Year the agent was born.</a:t>
            </a:r>
            <a:endParaRPr lang="en-IN" sz="1800" b="1" i="0" u="none" strike="noStrike" dirty="0">
              <a:solidFill>
                <a:srgbClr val="000000"/>
              </a:solidFill>
              <a:effectLst/>
              <a:latin typeface="Aptos Narrow" panose="020B0004020202020204" pitchFamily="34" charset="0"/>
            </a:endParaRPr>
          </a:p>
          <a:p>
            <a:pPr marL="285750" indent="-285750" rtl="0" fontAlgn="base">
              <a:buFont typeface="Arial" panose="020B0604020202020204" pitchFamily="34" charset="0"/>
              <a:buChar char="•"/>
            </a:pPr>
            <a:endParaRPr lang="en-IN" sz="1800" b="1" i="0" u="none" strike="noStrike" dirty="0">
              <a:solidFill>
                <a:srgbClr val="000000"/>
              </a:solidFill>
              <a:effectLst/>
              <a:latin typeface="Aptos Narrow" panose="020B0004020202020204" pitchFamily="34" charset="0"/>
            </a:endParaRPr>
          </a:p>
          <a:p>
            <a:pPr rtl="0" fontAlgn="base"/>
            <a:r>
              <a:rPr lang="en-IN" sz="1800" b="1" i="0" u="none" strike="noStrike" dirty="0">
                <a:solidFill>
                  <a:srgbClr val="000000"/>
                </a:solidFill>
                <a:effectLst/>
                <a:latin typeface="Aptos Narrow" panose="020B0004020202020204" pitchFamily="34" charset="0"/>
              </a:rPr>
              <a:t>5. Month of Birth : </a:t>
            </a:r>
            <a:r>
              <a:rPr lang="en-IN" sz="1800" b="0" i="0" u="none" strike="noStrike" dirty="0">
                <a:solidFill>
                  <a:srgbClr val="000000"/>
                </a:solidFill>
                <a:effectLst/>
                <a:latin typeface="Aptos Narrow" panose="020B0004020202020204" pitchFamily="34" charset="0"/>
              </a:rPr>
              <a:t>Month the agent was born.</a:t>
            </a:r>
            <a:endParaRPr lang="en-IN" sz="1800" b="1" i="0" u="none" strike="noStrike" dirty="0">
              <a:solidFill>
                <a:srgbClr val="000000"/>
              </a:solidFill>
              <a:effectLst/>
              <a:latin typeface="Aptos Narrow" panose="020B0004020202020204" pitchFamily="34" charset="0"/>
            </a:endParaRPr>
          </a:p>
          <a:p>
            <a:pPr marL="285750" indent="-285750" rtl="0" fontAlgn="base">
              <a:buFont typeface="Arial" panose="020B0604020202020204" pitchFamily="34" charset="0"/>
              <a:buChar char="•"/>
            </a:pPr>
            <a:endParaRPr lang="en-IN" sz="1800" b="1" i="0" u="none" strike="noStrike" dirty="0">
              <a:solidFill>
                <a:srgbClr val="000000"/>
              </a:solidFill>
              <a:effectLst/>
              <a:latin typeface="Aptos Narrow" panose="020B0004020202020204" pitchFamily="34" charset="0"/>
            </a:endParaRPr>
          </a:p>
          <a:p>
            <a:pPr rtl="0" fontAlgn="base"/>
            <a:r>
              <a:rPr lang="en-IN" sz="1800" b="1" i="0" u="none" strike="noStrike" dirty="0">
                <a:solidFill>
                  <a:srgbClr val="000000"/>
                </a:solidFill>
                <a:effectLst/>
                <a:latin typeface="Aptos Narrow" panose="020B0004020202020204" pitchFamily="34" charset="0"/>
              </a:rPr>
              <a:t>6. Day of Birth : </a:t>
            </a:r>
            <a:r>
              <a:rPr lang="en-IN" sz="1800" b="0" i="0" u="none" strike="noStrike" dirty="0">
                <a:solidFill>
                  <a:srgbClr val="000000"/>
                </a:solidFill>
                <a:effectLst/>
                <a:latin typeface="Aptos Narrow" panose="020B0004020202020204" pitchFamily="34" charset="0"/>
              </a:rPr>
              <a:t>Day the agent was born.</a:t>
            </a:r>
            <a:br>
              <a:rPr lang="en-IN" b="0" dirty="0">
                <a:effectLst/>
                <a:latin typeface="Aptos Narrow" panose="020B0004020202020204" pitchFamily="34" charset="0"/>
              </a:rPr>
            </a:br>
            <a:endParaRPr lang="en-US" dirty="0">
              <a:latin typeface="Aptos Narrow" panose="020B0004020202020204" pitchFamily="34" charset="0"/>
            </a:endParaRPr>
          </a:p>
        </p:txBody>
      </p:sp>
      <p:sp>
        <p:nvSpPr>
          <p:cNvPr id="12" name="TextBox 11">
            <a:extLst>
              <a:ext uri="{FF2B5EF4-FFF2-40B4-BE49-F238E27FC236}">
                <a16:creationId xmlns:a16="http://schemas.microsoft.com/office/drawing/2014/main" id="{D1049A43-9A66-F3ED-0FFD-23A365EFEDFC}"/>
              </a:ext>
            </a:extLst>
          </p:cNvPr>
          <p:cNvSpPr txBox="1"/>
          <p:nvPr/>
        </p:nvSpPr>
        <p:spPr>
          <a:xfrm>
            <a:off x="3490453" y="89908"/>
            <a:ext cx="4522838" cy="584775"/>
          </a:xfrm>
          <a:prstGeom prst="rect">
            <a:avLst/>
          </a:prstGeom>
          <a:solidFill>
            <a:schemeClr val="bg2">
              <a:lumMod val="90000"/>
            </a:schemeClr>
          </a:solidFill>
        </p:spPr>
        <p:txBody>
          <a:bodyPr wrap="square" rtlCol="0">
            <a:spAutoFit/>
          </a:bodyPr>
          <a:lstStyle/>
          <a:p>
            <a:pPr algn="ctr"/>
            <a:r>
              <a:rPr lang="en-US" sz="3200" b="1" dirty="0">
                <a:latin typeface="Arial Black" panose="020B0A04020102020204" pitchFamily="34" charset="0"/>
                <a:cs typeface="APPLE CHANCERY" panose="03020702040506060504" pitchFamily="66" charset="-79"/>
              </a:rPr>
              <a:t>Data Attributes</a:t>
            </a:r>
          </a:p>
        </p:txBody>
      </p:sp>
    </p:spTree>
    <p:extLst>
      <p:ext uri="{BB962C8B-B14F-4D97-AF65-F5344CB8AC3E}">
        <p14:creationId xmlns:p14="http://schemas.microsoft.com/office/powerpoint/2010/main" val="2269073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itle 45">
            <a:extLst>
              <a:ext uri="{FF2B5EF4-FFF2-40B4-BE49-F238E27FC236}">
                <a16:creationId xmlns:a16="http://schemas.microsoft.com/office/drawing/2014/main" id="{4D761329-3BEF-0173-1328-A4DB26572AFF}"/>
              </a:ext>
            </a:extLst>
          </p:cNvPr>
          <p:cNvSpPr>
            <a:spLocks noGrp="1"/>
          </p:cNvSpPr>
          <p:nvPr>
            <p:ph type="title"/>
          </p:nvPr>
        </p:nvSpPr>
        <p:spPr/>
        <p:txBody>
          <a:bodyPr/>
          <a:lstStyle/>
          <a:p>
            <a:r>
              <a:rPr lang="en-US"/>
              <a:t>OBJECTIVES</a:t>
            </a:r>
          </a:p>
        </p:txBody>
      </p:sp>
      <p:sp>
        <p:nvSpPr>
          <p:cNvPr id="19" name="Text Placeholder 18">
            <a:extLst>
              <a:ext uri="{FF2B5EF4-FFF2-40B4-BE49-F238E27FC236}">
                <a16:creationId xmlns:a16="http://schemas.microsoft.com/office/drawing/2014/main" id="{FC101F03-8617-09D4-619B-F38E2F0A4F15}"/>
              </a:ext>
            </a:extLst>
          </p:cNvPr>
          <p:cNvSpPr>
            <a:spLocks noGrp="1"/>
          </p:cNvSpPr>
          <p:nvPr>
            <p:ph type="body" sz="quarter" idx="28"/>
          </p:nvPr>
        </p:nvSpPr>
        <p:spPr>
          <a:xfrm>
            <a:off x="1847461" y="2211355"/>
            <a:ext cx="2388636" cy="2407298"/>
          </a:xfrm>
        </p:spPr>
        <p:txBody>
          <a:bodyPr/>
          <a:lstStyle/>
          <a:p>
            <a:pPr marL="285750" indent="-285750">
              <a:buFont typeface="Wingdings" panose="05000000000000000000" pitchFamily="2" charset="2"/>
              <a:buChar char="q"/>
            </a:pPr>
            <a:r>
              <a:rPr lang="en-US" sz="1400" dirty="0"/>
              <a:t>Analyze ticket volumes &amp; resolution times</a:t>
            </a:r>
          </a:p>
          <a:p>
            <a:pPr marL="285750" indent="-285750">
              <a:buFont typeface="Wingdings" panose="05000000000000000000" pitchFamily="2" charset="2"/>
              <a:buChar char="q"/>
            </a:pPr>
            <a:r>
              <a:rPr lang="en-US" sz="1400" dirty="0"/>
              <a:t>Evaluate agent performance</a:t>
            </a:r>
          </a:p>
          <a:p>
            <a:pPr marL="285750" indent="-285750">
              <a:buFont typeface="Wingdings" panose="05000000000000000000" pitchFamily="2" charset="2"/>
              <a:buChar char="q"/>
            </a:pPr>
            <a:r>
              <a:rPr lang="en-US" sz="1400" dirty="0"/>
              <a:t>Identify improvement and investment areas</a:t>
            </a:r>
          </a:p>
          <a:p>
            <a:endParaRPr lang="en-US" dirty="0"/>
          </a:p>
        </p:txBody>
      </p:sp>
      <p:pic>
        <p:nvPicPr>
          <p:cNvPr id="48" name="Picture placeholder 19" descr="Layout of website design sketches on white paper">
            <a:extLst>
              <a:ext uri="{FF2B5EF4-FFF2-40B4-BE49-F238E27FC236}">
                <a16:creationId xmlns:a16="http://schemas.microsoft.com/office/drawing/2014/main" id="{6D25AB81-B10A-BD11-E8FE-ECF8CB1B12F0}"/>
              </a:ext>
            </a:extLst>
          </p:cNvPr>
          <p:cNvPicPr>
            <a:picLocks noGrp="1" noChangeAspect="1"/>
          </p:cNvPicPr>
          <p:nvPr>
            <p:ph type="pic" sz="quarter" idx="47"/>
          </p:nvPr>
        </p:nvPicPr>
        <p:blipFill>
          <a:blip r:embed="rId3" cstate="screen">
            <a:extLst>
              <a:ext uri="{28A0092B-C50C-407E-A947-70E740481C1C}">
                <a14:useLocalDpi xmlns:a14="http://schemas.microsoft.com/office/drawing/2010/main"/>
              </a:ext>
            </a:extLst>
          </a:blip>
          <a:srcRect/>
          <a:stretch/>
        </p:blipFill>
        <p:spPr>
          <a:blipFill>
            <a:blip r:embed="rId4" cstate="screen">
              <a:extLst>
                <a:ext uri="{28A0092B-C50C-407E-A947-70E740481C1C}">
                  <a14:useLocalDpi xmlns:a14="http://schemas.microsoft.com/office/drawing/2010/main"/>
                </a:ext>
              </a:extLst>
            </a:blip>
            <a:stretch>
              <a:fillRect/>
            </a:stretch>
          </a:blipFill>
        </p:spPr>
      </p:pic>
    </p:spTree>
    <p:extLst>
      <p:ext uri="{BB962C8B-B14F-4D97-AF65-F5344CB8AC3E}">
        <p14:creationId xmlns:p14="http://schemas.microsoft.com/office/powerpoint/2010/main" val="2478079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Placeholder 25" descr="Layout of website design sketches on white paper">
            <a:extLst>
              <a:ext uri="{FF2B5EF4-FFF2-40B4-BE49-F238E27FC236}">
                <a16:creationId xmlns:a16="http://schemas.microsoft.com/office/drawing/2014/main" id="{4CBFAFCC-A306-4EA1-BEE3-7557795635A8}"/>
              </a:ext>
            </a:extLst>
          </p:cNvPr>
          <p:cNvPicPr>
            <a:picLocks noGrp="1" noChangeAspect="1"/>
          </p:cNvPicPr>
          <p:nvPr>
            <p:ph type="pic" sz="quarter" idx="51"/>
          </p:nvPr>
        </p:nvPicPr>
        <p:blipFill>
          <a:blip r:embed="rId3" cstate="screen">
            <a:extLst>
              <a:ext uri="{28A0092B-C50C-407E-A947-70E740481C1C}">
                <a14:useLocalDpi xmlns:a14="http://schemas.microsoft.com/office/drawing/2010/main"/>
              </a:ext>
            </a:extLst>
          </a:blip>
          <a:srcRect/>
          <a:stretch>
            <a:fillRect/>
          </a:stretch>
        </p:blipFill>
        <p:spPr/>
      </p:pic>
      <p:sp>
        <p:nvSpPr>
          <p:cNvPr id="37" name="Text Placeholder 36">
            <a:extLst>
              <a:ext uri="{FF2B5EF4-FFF2-40B4-BE49-F238E27FC236}">
                <a16:creationId xmlns:a16="http://schemas.microsoft.com/office/drawing/2014/main" id="{16D3C8BC-FB28-3127-D29E-D4195120A3CA}"/>
              </a:ext>
            </a:extLst>
          </p:cNvPr>
          <p:cNvSpPr>
            <a:spLocks noGrp="1"/>
          </p:cNvSpPr>
          <p:nvPr>
            <p:ph type="body" sz="quarter" idx="27"/>
          </p:nvPr>
        </p:nvSpPr>
        <p:spPr>
          <a:xfrm>
            <a:off x="5426003" y="490208"/>
            <a:ext cx="3383700" cy="569167"/>
          </a:xfrm>
          <a:solidFill>
            <a:schemeClr val="bg2">
              <a:lumMod val="90000"/>
            </a:schemeClr>
          </a:solidFill>
        </p:spPr>
        <p:txBody>
          <a:bodyPr/>
          <a:lstStyle/>
          <a:p>
            <a:r>
              <a:rPr lang="en-US" sz="2800" dirty="0"/>
              <a:t>DATASET SUMMARY</a:t>
            </a:r>
          </a:p>
        </p:txBody>
      </p:sp>
      <p:sp>
        <p:nvSpPr>
          <p:cNvPr id="43" name="Text Placeholder 42">
            <a:extLst>
              <a:ext uri="{FF2B5EF4-FFF2-40B4-BE49-F238E27FC236}">
                <a16:creationId xmlns:a16="http://schemas.microsoft.com/office/drawing/2014/main" id="{520E98B6-7B33-8FD4-A662-31DD4B85E22E}"/>
              </a:ext>
            </a:extLst>
          </p:cNvPr>
          <p:cNvSpPr>
            <a:spLocks noGrp="1"/>
          </p:cNvSpPr>
          <p:nvPr>
            <p:ph type="body" sz="quarter" idx="28"/>
          </p:nvPr>
        </p:nvSpPr>
        <p:spPr>
          <a:xfrm>
            <a:off x="3765754" y="1828801"/>
            <a:ext cx="8278761" cy="4945224"/>
          </a:xfrm>
        </p:spPr>
        <p:txBody>
          <a:bodyPr/>
          <a:lstStyle/>
          <a:p>
            <a:pPr marL="285750" indent="-285750">
              <a:buFont typeface="Arial" panose="020B0604020202020204" pitchFamily="34" charset="0"/>
              <a:buChar char="•"/>
            </a:pPr>
            <a:r>
              <a:rPr lang="en-US" sz="2000" dirty="0"/>
              <a:t>The dataset consists of IT support ticket records collected over multiple years. (2016-2020)</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2000" b="1" dirty="0"/>
              <a:t>It includes two datasets: </a:t>
            </a:r>
          </a:p>
          <a:p>
            <a:r>
              <a:rPr lang="en-US" sz="2000" b="1" dirty="0"/>
              <a:t>      -Ticket Data </a:t>
            </a:r>
            <a:r>
              <a:rPr lang="en-US" sz="2000" dirty="0"/>
              <a:t>(ticket details, severity, priority, resolution time, satisfaction score)</a:t>
            </a:r>
          </a:p>
          <a:p>
            <a:endParaRPr lang="en-US" sz="2000" dirty="0"/>
          </a:p>
          <a:p>
            <a:r>
              <a:rPr lang="en-US" sz="2000" b="1" dirty="0"/>
              <a:t>      -IT Agent Data</a:t>
            </a:r>
            <a:r>
              <a:rPr lang="en-US" sz="2000" dirty="0"/>
              <a:t> (agent ID, name and demographic details)</a:t>
            </a:r>
          </a:p>
          <a:p>
            <a:endParaRPr lang="en-US" sz="2000" dirty="0"/>
          </a:p>
          <a:p>
            <a:pPr marL="285750" indent="-285750">
              <a:buFont typeface="Arial" panose="020B0604020202020204" pitchFamily="34" charset="0"/>
              <a:buChar char="•"/>
            </a:pPr>
            <a:r>
              <a:rPr lang="en-US" sz="2000" dirty="0"/>
              <a:t>In total, the dataset contains </a:t>
            </a:r>
            <a:r>
              <a:rPr lang="en-US" sz="2000" b="1" dirty="0"/>
              <a:t>16 original attributes </a:t>
            </a:r>
            <a:r>
              <a:rPr lang="en-US" sz="2000" dirty="0"/>
              <a:t>and covers approximately 97,000+ ticket records handled by 50 IT agents.</a:t>
            </a:r>
          </a:p>
          <a:p>
            <a:endParaRPr lang="en-US" dirty="0"/>
          </a:p>
        </p:txBody>
      </p:sp>
      <p:sp>
        <p:nvSpPr>
          <p:cNvPr id="5" name="Slide Number Placeholder 4">
            <a:extLst>
              <a:ext uri="{FF2B5EF4-FFF2-40B4-BE49-F238E27FC236}">
                <a16:creationId xmlns:a16="http://schemas.microsoft.com/office/drawing/2014/main" id="{2B243AAE-D428-CAAE-DCAF-0266FEEEAC70}"/>
              </a:ext>
            </a:extLst>
          </p:cNvPr>
          <p:cNvSpPr>
            <a:spLocks noGrp="1"/>
          </p:cNvSpPr>
          <p:nvPr>
            <p:ph type="sldNum" sz="quarter" idx="55"/>
          </p:nvPr>
        </p:nvSpPr>
        <p:spPr/>
        <p:txBody>
          <a:bodyPr/>
          <a:lstStyle/>
          <a:p>
            <a:fld id="{47FEACEE-25B4-4A2D-B147-27296E36371D}" type="slidenum">
              <a:rPr lang="en-US" altLang="zh-CN" smtClean="0"/>
              <a:pPr/>
              <a:t>7</a:t>
            </a:fld>
            <a:endParaRPr lang="en-US" altLang="zh-CN"/>
          </a:p>
        </p:txBody>
      </p:sp>
    </p:spTree>
    <p:extLst>
      <p:ext uri="{BB962C8B-B14F-4D97-AF65-F5344CB8AC3E}">
        <p14:creationId xmlns:p14="http://schemas.microsoft.com/office/powerpoint/2010/main" val="4182148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63A18-5412-63E2-CFB5-0C8C902A7327}"/>
            </a:ext>
          </a:extLst>
        </p:cNvPr>
        <p:cNvGrpSpPr/>
        <p:nvPr/>
      </p:nvGrpSpPr>
      <p:grpSpPr>
        <a:xfrm>
          <a:off x="0" y="0"/>
          <a:ext cx="0" cy="0"/>
          <a:chOff x="0" y="0"/>
          <a:chExt cx="0" cy="0"/>
        </a:xfrm>
      </p:grpSpPr>
      <p:pic>
        <p:nvPicPr>
          <p:cNvPr id="26" name="Picture Placeholder 25" descr="Layout of website design sketches on white paper">
            <a:extLst>
              <a:ext uri="{FF2B5EF4-FFF2-40B4-BE49-F238E27FC236}">
                <a16:creationId xmlns:a16="http://schemas.microsoft.com/office/drawing/2014/main" id="{9B1031DF-30B0-0ACB-89FB-6C61FF8B9920}"/>
              </a:ext>
            </a:extLst>
          </p:cNvPr>
          <p:cNvPicPr>
            <a:picLocks noGrp="1" noChangeAspect="1"/>
          </p:cNvPicPr>
          <p:nvPr>
            <p:ph type="pic" sz="quarter" idx="51"/>
          </p:nvPr>
        </p:nvPicPr>
        <p:blipFill>
          <a:blip r:embed="rId3" cstate="screen">
            <a:extLst>
              <a:ext uri="{28A0092B-C50C-407E-A947-70E740481C1C}">
                <a14:useLocalDpi xmlns:a14="http://schemas.microsoft.com/office/drawing/2010/main"/>
              </a:ext>
            </a:extLst>
          </a:blip>
          <a:srcRect/>
          <a:stretch>
            <a:fillRect/>
          </a:stretch>
        </p:blipFill>
        <p:spPr/>
      </p:pic>
      <p:sp>
        <p:nvSpPr>
          <p:cNvPr id="35" name="Text Placeholder 34">
            <a:extLst>
              <a:ext uri="{FF2B5EF4-FFF2-40B4-BE49-F238E27FC236}">
                <a16:creationId xmlns:a16="http://schemas.microsoft.com/office/drawing/2014/main" id="{555A54D2-02CC-52DC-1408-4A10A3EC4AFB}"/>
              </a:ext>
            </a:extLst>
          </p:cNvPr>
          <p:cNvSpPr>
            <a:spLocks noGrp="1"/>
          </p:cNvSpPr>
          <p:nvPr>
            <p:ph type="body" sz="quarter" idx="52"/>
          </p:nvPr>
        </p:nvSpPr>
        <p:spPr>
          <a:xfrm>
            <a:off x="4586525" y="274956"/>
            <a:ext cx="6332341" cy="1032734"/>
          </a:xfrm>
          <a:solidFill>
            <a:schemeClr val="bg2">
              <a:lumMod val="90000"/>
            </a:schemeClr>
          </a:solidFill>
        </p:spPr>
        <p:txBody>
          <a:bodyPr anchor="ctr"/>
          <a:lstStyle/>
          <a:p>
            <a:pPr algn="ctr">
              <a:lnSpc>
                <a:spcPct val="150000"/>
              </a:lnSpc>
            </a:pPr>
            <a:r>
              <a:rPr lang="en-US" sz="2800" dirty="0"/>
              <a:t>DATA CLEANING &amp; PRE-PROCESSING</a:t>
            </a:r>
          </a:p>
        </p:txBody>
      </p:sp>
      <p:sp>
        <p:nvSpPr>
          <p:cNvPr id="44" name="Text Placeholder 43">
            <a:extLst>
              <a:ext uri="{FF2B5EF4-FFF2-40B4-BE49-F238E27FC236}">
                <a16:creationId xmlns:a16="http://schemas.microsoft.com/office/drawing/2014/main" id="{C7206EB0-9145-D795-1B7D-82DAEBE25A0D}"/>
              </a:ext>
            </a:extLst>
          </p:cNvPr>
          <p:cNvSpPr>
            <a:spLocks noGrp="1"/>
          </p:cNvSpPr>
          <p:nvPr>
            <p:ph type="body" sz="quarter" idx="53"/>
          </p:nvPr>
        </p:nvSpPr>
        <p:spPr>
          <a:xfrm>
            <a:off x="3893574" y="1700981"/>
            <a:ext cx="7984294" cy="5053780"/>
          </a:xfrm>
        </p:spPr>
        <p:txBody>
          <a:bodyPr/>
          <a:lstStyle/>
          <a:p>
            <a:r>
              <a:rPr lang="en-US" sz="2000" b="1" u="sng" dirty="0"/>
              <a:t>STEP 1</a:t>
            </a:r>
            <a:r>
              <a:rPr lang="en-US" sz="2000" b="1" dirty="0"/>
              <a:t> : </a:t>
            </a:r>
            <a:r>
              <a:rPr lang="en-US" sz="2000" b="1" u="sng" dirty="0"/>
              <a:t>Handling Missing Values</a:t>
            </a:r>
          </a:p>
          <a:p>
            <a:r>
              <a:rPr lang="en-US" sz="2000" dirty="0"/>
              <a:t>-Verified missing values using filters across all columns; </a:t>
            </a:r>
            <a:r>
              <a:rPr lang="en-US" sz="2000" b="1" dirty="0"/>
              <a:t>no blank records </a:t>
            </a:r>
            <a:r>
              <a:rPr lang="en-US" sz="2000" dirty="0"/>
              <a:t>were found.</a:t>
            </a:r>
          </a:p>
          <a:p>
            <a:endParaRPr lang="en-US" sz="2000" dirty="0"/>
          </a:p>
          <a:p>
            <a:r>
              <a:rPr lang="en-US" sz="2000" b="1" u="sng" dirty="0"/>
              <a:t>STEP 2</a:t>
            </a:r>
            <a:r>
              <a:rPr lang="en-US" sz="2000" b="1" dirty="0"/>
              <a:t> : </a:t>
            </a:r>
            <a:r>
              <a:rPr lang="en-US" sz="2000" b="1" u="sng" dirty="0"/>
              <a:t>Removing Duplicates</a:t>
            </a:r>
          </a:p>
          <a:p>
            <a:r>
              <a:rPr lang="en-US" sz="2000" dirty="0"/>
              <a:t>- Verified duplicate entries by using REMOVE DUPLICATES under the data tab and no duplicate values were found.</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endParaRPr lang="en-US" sz="2000" dirty="0"/>
          </a:p>
          <a:p>
            <a:endParaRPr lang="en-US" dirty="0"/>
          </a:p>
        </p:txBody>
      </p:sp>
      <p:pic>
        <p:nvPicPr>
          <p:cNvPr id="3" name="Picture 2">
            <a:extLst>
              <a:ext uri="{FF2B5EF4-FFF2-40B4-BE49-F238E27FC236}">
                <a16:creationId xmlns:a16="http://schemas.microsoft.com/office/drawing/2014/main" id="{1ACB731B-AEF0-475C-7206-93697BB48F66}"/>
              </a:ext>
            </a:extLst>
          </p:cNvPr>
          <p:cNvPicPr>
            <a:picLocks noChangeAspect="1"/>
          </p:cNvPicPr>
          <p:nvPr/>
        </p:nvPicPr>
        <p:blipFill>
          <a:blip r:embed="rId4"/>
          <a:srcRect l="1693" t="28979" r="1209" b="18136"/>
          <a:stretch>
            <a:fillRect/>
          </a:stretch>
        </p:blipFill>
        <p:spPr>
          <a:xfrm>
            <a:off x="4326443" y="4019644"/>
            <a:ext cx="5825756" cy="1845187"/>
          </a:xfrm>
          <a:prstGeom prst="rect">
            <a:avLst/>
          </a:prstGeom>
        </p:spPr>
      </p:pic>
    </p:spTree>
    <p:extLst>
      <p:ext uri="{BB962C8B-B14F-4D97-AF65-F5344CB8AC3E}">
        <p14:creationId xmlns:p14="http://schemas.microsoft.com/office/powerpoint/2010/main" val="2827864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F9F83-14B7-A9E3-F78B-B0B3982010AC}"/>
            </a:ext>
          </a:extLst>
        </p:cNvPr>
        <p:cNvGrpSpPr/>
        <p:nvPr/>
      </p:nvGrpSpPr>
      <p:grpSpPr>
        <a:xfrm>
          <a:off x="0" y="0"/>
          <a:ext cx="0" cy="0"/>
          <a:chOff x="0" y="0"/>
          <a:chExt cx="0" cy="0"/>
        </a:xfrm>
      </p:grpSpPr>
      <p:pic>
        <p:nvPicPr>
          <p:cNvPr id="26" name="Picture Placeholder 25" descr="Layout of website design sketches on white paper">
            <a:extLst>
              <a:ext uri="{FF2B5EF4-FFF2-40B4-BE49-F238E27FC236}">
                <a16:creationId xmlns:a16="http://schemas.microsoft.com/office/drawing/2014/main" id="{EEDE37B5-9EA4-69F2-3363-358054337E4E}"/>
              </a:ext>
            </a:extLst>
          </p:cNvPr>
          <p:cNvPicPr>
            <a:picLocks noGrp="1" noChangeAspect="1"/>
          </p:cNvPicPr>
          <p:nvPr>
            <p:ph type="pic" sz="quarter" idx="51"/>
          </p:nvPr>
        </p:nvPicPr>
        <p:blipFill>
          <a:blip r:embed="rId3" cstate="screen">
            <a:extLst>
              <a:ext uri="{28A0092B-C50C-407E-A947-70E740481C1C}">
                <a14:useLocalDpi xmlns:a14="http://schemas.microsoft.com/office/drawing/2010/main"/>
              </a:ext>
            </a:extLst>
          </a:blip>
          <a:srcRect/>
          <a:stretch>
            <a:fillRect/>
          </a:stretch>
        </p:blipFill>
        <p:spPr/>
      </p:pic>
      <p:sp>
        <p:nvSpPr>
          <p:cNvPr id="35" name="Text Placeholder 34">
            <a:extLst>
              <a:ext uri="{FF2B5EF4-FFF2-40B4-BE49-F238E27FC236}">
                <a16:creationId xmlns:a16="http://schemas.microsoft.com/office/drawing/2014/main" id="{2118CDA9-B6E8-0551-886E-3831D98D33E0}"/>
              </a:ext>
            </a:extLst>
          </p:cNvPr>
          <p:cNvSpPr>
            <a:spLocks noGrp="1"/>
          </p:cNvSpPr>
          <p:nvPr>
            <p:ph type="body" sz="quarter" idx="52"/>
          </p:nvPr>
        </p:nvSpPr>
        <p:spPr>
          <a:xfrm>
            <a:off x="4586525" y="274956"/>
            <a:ext cx="6332341" cy="1032734"/>
          </a:xfrm>
          <a:solidFill>
            <a:schemeClr val="bg2">
              <a:lumMod val="90000"/>
            </a:schemeClr>
          </a:solidFill>
        </p:spPr>
        <p:txBody>
          <a:bodyPr anchor="ctr"/>
          <a:lstStyle/>
          <a:p>
            <a:pPr algn="ctr">
              <a:lnSpc>
                <a:spcPct val="150000"/>
              </a:lnSpc>
            </a:pPr>
            <a:r>
              <a:rPr lang="en-US" sz="2800" dirty="0"/>
              <a:t>DATA CLEANING &amp; PRE-PROCESSING</a:t>
            </a:r>
          </a:p>
        </p:txBody>
      </p:sp>
      <p:sp>
        <p:nvSpPr>
          <p:cNvPr id="44" name="Text Placeholder 43">
            <a:extLst>
              <a:ext uri="{FF2B5EF4-FFF2-40B4-BE49-F238E27FC236}">
                <a16:creationId xmlns:a16="http://schemas.microsoft.com/office/drawing/2014/main" id="{43D6CDE1-4C37-16AD-DF22-312234CDAAA0}"/>
              </a:ext>
            </a:extLst>
          </p:cNvPr>
          <p:cNvSpPr>
            <a:spLocks noGrp="1"/>
          </p:cNvSpPr>
          <p:nvPr>
            <p:ph type="body" sz="quarter" idx="53"/>
          </p:nvPr>
        </p:nvSpPr>
        <p:spPr>
          <a:xfrm>
            <a:off x="3893574" y="1700981"/>
            <a:ext cx="7984294" cy="5053780"/>
          </a:xfrm>
        </p:spPr>
        <p:txBody>
          <a:bodyPr/>
          <a:lstStyle/>
          <a:p>
            <a:r>
              <a:rPr lang="en-US" sz="2000" b="1" u="sng" dirty="0"/>
              <a:t>STEP 3 </a:t>
            </a:r>
            <a:r>
              <a:rPr lang="en-US" sz="2000" b="1" dirty="0"/>
              <a:t>: </a:t>
            </a:r>
            <a:r>
              <a:rPr lang="en-US" sz="2000" b="1" u="sng" dirty="0"/>
              <a:t>Standardizing Text and Formats</a:t>
            </a:r>
          </a:p>
          <a:p>
            <a:r>
              <a:rPr lang="en-US" sz="2000" dirty="0"/>
              <a:t>- Used TRIM function to remove extra white space in the columns.</a:t>
            </a:r>
          </a:p>
          <a:p>
            <a:r>
              <a:rPr lang="en-US" sz="2000" dirty="0"/>
              <a:t>- Extracted text and numeric values of SEVERITY column in different columns for better insights.</a:t>
            </a:r>
          </a:p>
          <a:p>
            <a:endParaRPr lang="en-US" sz="2000" dirty="0"/>
          </a:p>
          <a:p>
            <a:r>
              <a:rPr lang="en-US" sz="2000" b="1" u="sng" dirty="0"/>
              <a:t>STEP 4</a:t>
            </a:r>
            <a:r>
              <a:rPr lang="en-US" sz="2000" b="1" dirty="0"/>
              <a:t> : </a:t>
            </a:r>
            <a:r>
              <a:rPr lang="en-US" sz="2000" b="1" u="sng" dirty="0"/>
              <a:t>Data Enrichment</a:t>
            </a:r>
          </a:p>
          <a:p>
            <a:pPr marL="342900" indent="-342900">
              <a:buFontTx/>
              <a:buChar char="-"/>
            </a:pPr>
            <a:r>
              <a:rPr lang="en-US" sz="2000" dirty="0"/>
              <a:t>Created additional columns other than from raw data to provide more detailed information.</a:t>
            </a:r>
          </a:p>
          <a:p>
            <a:pPr marL="342900" indent="-342900">
              <a:buFontTx/>
              <a:buChar char="-"/>
            </a:pPr>
            <a:r>
              <a:rPr lang="en-US" sz="2000" b="1" dirty="0"/>
              <a:t>For Example : </a:t>
            </a:r>
          </a:p>
          <a:p>
            <a:r>
              <a:rPr lang="en-US" sz="2000" dirty="0"/>
              <a:t>     - Created different ‘Year’ and ‘Quarter’ column to provide yearly and quarterly trend of IT tickets.</a:t>
            </a:r>
          </a:p>
          <a:p>
            <a:r>
              <a:rPr lang="en-US" sz="2000" dirty="0"/>
              <a:t>     - Created ‘Age Group’ and ‘Seniority Level’ columns to look into agent performance based on their demographic details.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endParaRPr lang="en-US" sz="2000" dirty="0"/>
          </a:p>
          <a:p>
            <a:endParaRPr lang="en-US" dirty="0"/>
          </a:p>
        </p:txBody>
      </p:sp>
    </p:spTree>
    <p:extLst>
      <p:ext uri="{BB962C8B-B14F-4D97-AF65-F5344CB8AC3E}">
        <p14:creationId xmlns:p14="http://schemas.microsoft.com/office/powerpoint/2010/main" val="1513752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39645-B788-38F3-D9FB-99DC2EF8A158}"/>
            </a:ext>
          </a:extLst>
        </p:cNvPr>
        <p:cNvGrpSpPr/>
        <p:nvPr/>
      </p:nvGrpSpPr>
      <p:grpSpPr>
        <a:xfrm>
          <a:off x="0" y="0"/>
          <a:ext cx="0" cy="0"/>
          <a:chOff x="0" y="0"/>
          <a:chExt cx="0" cy="0"/>
        </a:xfrm>
      </p:grpSpPr>
      <p:sp>
        <p:nvSpPr>
          <p:cNvPr id="46" name="Title 45">
            <a:extLst>
              <a:ext uri="{FF2B5EF4-FFF2-40B4-BE49-F238E27FC236}">
                <a16:creationId xmlns:a16="http://schemas.microsoft.com/office/drawing/2014/main" id="{CFBE482E-0BB2-F41A-7853-C376DC8F81EA}"/>
              </a:ext>
            </a:extLst>
          </p:cNvPr>
          <p:cNvSpPr>
            <a:spLocks noGrp="1"/>
          </p:cNvSpPr>
          <p:nvPr>
            <p:ph type="title"/>
          </p:nvPr>
        </p:nvSpPr>
        <p:spPr/>
        <p:txBody>
          <a:bodyPr/>
          <a:lstStyle/>
          <a:p>
            <a:r>
              <a:rPr lang="en-US"/>
              <a:t>INSIGHTS FROM TASKS</a:t>
            </a:r>
          </a:p>
        </p:txBody>
      </p:sp>
      <p:pic>
        <p:nvPicPr>
          <p:cNvPr id="48" name="Picture placeholder 19" descr="Layout of website design sketches on white paper">
            <a:extLst>
              <a:ext uri="{FF2B5EF4-FFF2-40B4-BE49-F238E27FC236}">
                <a16:creationId xmlns:a16="http://schemas.microsoft.com/office/drawing/2014/main" id="{EC8080B1-7E3F-3EB2-4E96-A5EDAE174A26}"/>
              </a:ext>
            </a:extLst>
          </p:cNvPr>
          <p:cNvPicPr>
            <a:picLocks noGrp="1" noChangeAspect="1"/>
          </p:cNvPicPr>
          <p:nvPr>
            <p:ph type="pic" sz="quarter" idx="47"/>
          </p:nvPr>
        </p:nvPicPr>
        <p:blipFill>
          <a:blip r:embed="rId3" cstate="screen">
            <a:extLst>
              <a:ext uri="{28A0092B-C50C-407E-A947-70E740481C1C}">
                <a14:useLocalDpi xmlns:a14="http://schemas.microsoft.com/office/drawing/2010/main"/>
              </a:ext>
            </a:extLst>
          </a:blip>
          <a:srcRect/>
          <a:stretch/>
        </p:blipFill>
        <p:spPr>
          <a:blipFill>
            <a:blip r:embed="rId4" cstate="screen">
              <a:extLst>
                <a:ext uri="{28A0092B-C50C-407E-A947-70E740481C1C}">
                  <a14:useLocalDpi xmlns:a14="http://schemas.microsoft.com/office/drawing/2010/main"/>
                </a:ext>
              </a:extLst>
            </a:blip>
            <a:stretch>
              <a:fillRect/>
            </a:stretch>
          </a:blipFill>
        </p:spPr>
      </p:pic>
    </p:spTree>
    <p:extLst>
      <p:ext uri="{BB962C8B-B14F-4D97-AF65-F5344CB8AC3E}">
        <p14:creationId xmlns:p14="http://schemas.microsoft.com/office/powerpoint/2010/main" val="3724816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1769D-89AA-83E3-9BD4-DA1DE4D3490F}"/>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363183AD-745D-1886-CDF8-D986A7B5D3FB}"/>
              </a:ext>
            </a:extLst>
          </p:cNvPr>
          <p:cNvSpPr>
            <a:spLocks noGrp="1"/>
          </p:cNvSpPr>
          <p:nvPr>
            <p:ph type="title"/>
          </p:nvPr>
        </p:nvSpPr>
        <p:spPr>
          <a:xfrm>
            <a:off x="587829" y="274956"/>
            <a:ext cx="10515600" cy="779404"/>
          </a:xfrm>
        </p:spPr>
        <p:txBody>
          <a:bodyPr/>
          <a:lstStyle/>
          <a:p>
            <a:pPr marL="742950" indent="-742950">
              <a:buFont typeface="+mj-lt"/>
              <a:buAutoNum type="arabicPeriod"/>
            </a:pPr>
            <a:r>
              <a:rPr lang="en-US" sz="2800"/>
              <a:t>TICKET VOLUME TREND ANALYSIS (2016-2020)</a:t>
            </a:r>
          </a:p>
        </p:txBody>
      </p:sp>
      <p:sp>
        <p:nvSpPr>
          <p:cNvPr id="8" name="TextBox 7">
            <a:extLst>
              <a:ext uri="{FF2B5EF4-FFF2-40B4-BE49-F238E27FC236}">
                <a16:creationId xmlns:a16="http://schemas.microsoft.com/office/drawing/2014/main" id="{9F6085CB-BC9E-5D55-3501-ACF66846D03F}"/>
              </a:ext>
            </a:extLst>
          </p:cNvPr>
          <p:cNvSpPr txBox="1"/>
          <p:nvPr/>
        </p:nvSpPr>
        <p:spPr>
          <a:xfrm>
            <a:off x="1002890" y="4232427"/>
            <a:ext cx="10515599" cy="2185214"/>
          </a:xfrm>
          <a:prstGeom prst="rect">
            <a:avLst/>
          </a:prstGeom>
          <a:solidFill>
            <a:schemeClr val="bg1">
              <a:lumMod val="95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0" indent="0" algn="ctr">
              <a:lnSpc>
                <a:spcPct val="100000"/>
              </a:lnSpc>
              <a:spcBef>
                <a:spcPts val="0"/>
              </a:spcBef>
              <a:buFontTx/>
              <a:buNone/>
            </a:pPr>
            <a:endParaRPr lang="en-US" sz="2800" dirty="0">
              <a:latin typeface="Posterama" panose="020B0504020200020000" pitchFamily="34" charset="0"/>
              <a:ea typeface="微软雅黑"/>
              <a:cs typeface="Posterama" panose="020B0504020200020000" pitchFamily="34" charset="0"/>
            </a:endParaRPr>
          </a:p>
          <a:p>
            <a:r>
              <a:rPr lang="en-US" dirty="0">
                <a:latin typeface="Posterama" panose="020B0504020200020000" pitchFamily="34" charset="0"/>
                <a:ea typeface="微软雅黑"/>
                <a:cs typeface="Posterama" panose="020B0504020200020000" pitchFamily="34" charset="0"/>
              </a:rPr>
              <a:t>📈 </a:t>
            </a:r>
            <a:r>
              <a:rPr lang="en-US" b="1" dirty="0">
                <a:latin typeface="Posterama" panose="020B0504020200020000" pitchFamily="34" charset="0"/>
                <a:ea typeface="微软雅黑"/>
                <a:cs typeface="Posterama" panose="020B0504020200020000" pitchFamily="34" charset="0"/>
              </a:rPr>
              <a:t>Consistent Growth Trend : </a:t>
            </a:r>
            <a:r>
              <a:rPr lang="en-US" dirty="0">
                <a:latin typeface="Posterama" panose="020B0504020200020000" pitchFamily="34" charset="0"/>
                <a:ea typeface="微软雅黑"/>
                <a:cs typeface="Posterama" panose="020B0504020200020000" pitchFamily="34" charset="0"/>
              </a:rPr>
              <a:t>Ticket volume shows a steady increase from 2016 to 2020 indicating continuous growth in IT support demand.</a:t>
            </a:r>
          </a:p>
          <a:p>
            <a:endParaRPr lang="en-US" dirty="0">
              <a:latin typeface="Posterama" panose="020B0504020200020000" pitchFamily="34" charset="0"/>
              <a:ea typeface="微软雅黑"/>
              <a:cs typeface="Posterama" panose="020B0504020200020000" pitchFamily="34" charset="0"/>
            </a:endParaRPr>
          </a:p>
          <a:p>
            <a:r>
              <a:rPr lang="en-US" dirty="0">
                <a:latin typeface="Posterama" panose="020B0504020200020000" pitchFamily="34" charset="0"/>
                <a:ea typeface="微软雅黑"/>
                <a:cs typeface="Posterama" panose="020B0504020200020000" pitchFamily="34" charset="0"/>
              </a:rPr>
              <a:t>👥 </a:t>
            </a:r>
            <a:r>
              <a:rPr lang="en-US" b="1" dirty="0">
                <a:latin typeface="Posterama" panose="020B0504020200020000" pitchFamily="34" charset="0"/>
                <a:ea typeface="微软雅黑"/>
                <a:cs typeface="Posterama" panose="020B0504020200020000" pitchFamily="34" charset="0"/>
              </a:rPr>
              <a:t>Rising Workload Pressure : </a:t>
            </a:r>
            <a:r>
              <a:rPr lang="en-US" dirty="0">
                <a:latin typeface="Posterama" panose="020B0504020200020000" pitchFamily="34" charset="0"/>
                <a:ea typeface="微软雅黑"/>
                <a:cs typeface="Posterama" panose="020B0504020200020000" pitchFamily="34" charset="0"/>
              </a:rPr>
              <a:t>Increasing ticket numbers indicate growing workload pressure on the IT support team.</a:t>
            </a:r>
          </a:p>
          <a:p>
            <a:pPr marL="0" indent="0" algn="ctr">
              <a:lnSpc>
                <a:spcPct val="100000"/>
              </a:lnSpc>
              <a:spcBef>
                <a:spcPts val="0"/>
              </a:spcBef>
              <a:buFontTx/>
              <a:buNone/>
            </a:pPr>
            <a:endParaRPr lang="en-US" sz="1800" dirty="0">
              <a:latin typeface="Posterama" panose="020B0504020200020000" pitchFamily="34" charset="0"/>
              <a:ea typeface="微软雅黑"/>
              <a:cs typeface="Posterama" panose="020B0504020200020000" pitchFamily="34" charset="0"/>
            </a:endParaRPr>
          </a:p>
        </p:txBody>
      </p:sp>
      <p:pic>
        <p:nvPicPr>
          <p:cNvPr id="11" name="Picture 10">
            <a:extLst>
              <a:ext uri="{FF2B5EF4-FFF2-40B4-BE49-F238E27FC236}">
                <a16:creationId xmlns:a16="http://schemas.microsoft.com/office/drawing/2014/main" id="{D4CD1EF8-388C-0F22-DBBC-3225C3A8CD30}"/>
              </a:ext>
            </a:extLst>
          </p:cNvPr>
          <p:cNvPicPr>
            <a:picLocks noChangeAspect="1"/>
          </p:cNvPicPr>
          <p:nvPr/>
        </p:nvPicPr>
        <p:blipFill>
          <a:blip r:embed="rId3"/>
          <a:stretch>
            <a:fillRect/>
          </a:stretch>
        </p:blipFill>
        <p:spPr>
          <a:xfrm>
            <a:off x="1194619" y="1101934"/>
            <a:ext cx="9802761" cy="283169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27689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C9BFF-A52B-E1F2-43A4-C362BA4727F4}"/>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25AE0270-3AB3-B412-CCAE-75DE508CA502}"/>
              </a:ext>
            </a:extLst>
          </p:cNvPr>
          <p:cNvSpPr>
            <a:spLocks noGrp="1"/>
          </p:cNvSpPr>
          <p:nvPr>
            <p:ph type="title"/>
          </p:nvPr>
        </p:nvSpPr>
        <p:spPr>
          <a:xfrm>
            <a:off x="587829" y="274956"/>
            <a:ext cx="10515600" cy="779404"/>
          </a:xfrm>
        </p:spPr>
        <p:txBody>
          <a:bodyPr/>
          <a:lstStyle/>
          <a:p>
            <a:pPr marL="742950" indent="-742950">
              <a:buFont typeface="+mj-lt"/>
              <a:buAutoNum type="arabicPeriod" startAt="2"/>
            </a:pPr>
            <a:r>
              <a:rPr lang="en-US" sz="2800"/>
              <a:t>TICKET DISTRIBUTION BY REQUEST CATEGORY</a:t>
            </a:r>
          </a:p>
        </p:txBody>
      </p:sp>
      <p:sp>
        <p:nvSpPr>
          <p:cNvPr id="8" name="TextBox 7">
            <a:extLst>
              <a:ext uri="{FF2B5EF4-FFF2-40B4-BE49-F238E27FC236}">
                <a16:creationId xmlns:a16="http://schemas.microsoft.com/office/drawing/2014/main" id="{5D0AE170-81C9-A814-D677-1B303D5006FF}"/>
              </a:ext>
            </a:extLst>
          </p:cNvPr>
          <p:cNvSpPr txBox="1"/>
          <p:nvPr/>
        </p:nvSpPr>
        <p:spPr>
          <a:xfrm>
            <a:off x="7118555" y="1864743"/>
            <a:ext cx="4969447" cy="3416320"/>
          </a:xfrm>
          <a:prstGeom prst="rect">
            <a:avLst/>
          </a:prstGeom>
          <a:solidFill>
            <a:schemeClr val="bg1">
              <a:lumMod val="95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285750" indent="-285750">
              <a:buFont typeface="Arial" panose="020B0604020202020204" pitchFamily="34" charset="0"/>
              <a:buChar char="•"/>
            </a:pPr>
            <a:r>
              <a:rPr lang="en-US" dirty="0"/>
              <a:t>The average daily ticket volume is 53.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System and Login Access categories account for the vast majority of IT requests.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Hardware has the lowest ticket volume but the longest resolution time.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IN" dirty="0"/>
              <a:t>System issues account for 40% of tickets, Login Access 30%, Software 20% and Hardware 10%</a:t>
            </a:r>
            <a:endParaRPr lang="en-US" dirty="0"/>
          </a:p>
          <a:p>
            <a:endParaRPr lang="en-US" dirty="0">
              <a:latin typeface="Posterama" panose="020B0504020200020000" pitchFamily="34" charset="0"/>
              <a:ea typeface="微软雅黑"/>
              <a:cs typeface="Posterama" panose="020B0504020200020000" pitchFamily="34" charset="0"/>
            </a:endParaRPr>
          </a:p>
        </p:txBody>
      </p:sp>
      <p:pic>
        <p:nvPicPr>
          <p:cNvPr id="4" name="Picture 3">
            <a:extLst>
              <a:ext uri="{FF2B5EF4-FFF2-40B4-BE49-F238E27FC236}">
                <a16:creationId xmlns:a16="http://schemas.microsoft.com/office/drawing/2014/main" id="{27EFB291-9DE0-BD22-F337-3CA8519F941B}"/>
              </a:ext>
            </a:extLst>
          </p:cNvPr>
          <p:cNvPicPr>
            <a:picLocks noChangeAspect="1"/>
          </p:cNvPicPr>
          <p:nvPr/>
        </p:nvPicPr>
        <p:blipFill>
          <a:blip r:embed="rId3"/>
          <a:stretch>
            <a:fillRect/>
          </a:stretch>
        </p:blipFill>
        <p:spPr>
          <a:xfrm>
            <a:off x="350011" y="1864743"/>
            <a:ext cx="6375253" cy="353316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582342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3F5A3-7D8E-ED10-909A-8906A7A728AF}"/>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1C704DDD-1121-EAC7-5476-56A74D714501}"/>
              </a:ext>
            </a:extLst>
          </p:cNvPr>
          <p:cNvSpPr>
            <a:spLocks noGrp="1"/>
          </p:cNvSpPr>
          <p:nvPr>
            <p:ph type="title"/>
          </p:nvPr>
        </p:nvSpPr>
        <p:spPr>
          <a:xfrm>
            <a:off x="587829" y="274956"/>
            <a:ext cx="10515600" cy="779404"/>
          </a:xfrm>
        </p:spPr>
        <p:txBody>
          <a:bodyPr/>
          <a:lstStyle/>
          <a:p>
            <a:pPr marL="742950" indent="-742950">
              <a:buFont typeface="+mj-lt"/>
              <a:buAutoNum type="arabicPeriod" startAt="3"/>
            </a:pPr>
            <a:r>
              <a:rPr lang="en-US" sz="2800"/>
              <a:t>SATISFACTION RATE TREND OVER TIME (2016-2020)</a:t>
            </a:r>
          </a:p>
        </p:txBody>
      </p:sp>
      <p:sp>
        <p:nvSpPr>
          <p:cNvPr id="8" name="TextBox 7">
            <a:extLst>
              <a:ext uri="{FF2B5EF4-FFF2-40B4-BE49-F238E27FC236}">
                <a16:creationId xmlns:a16="http://schemas.microsoft.com/office/drawing/2014/main" id="{D921E147-D069-8A37-BEFF-35FFB7B050EB}"/>
              </a:ext>
            </a:extLst>
          </p:cNvPr>
          <p:cNvSpPr txBox="1"/>
          <p:nvPr/>
        </p:nvSpPr>
        <p:spPr>
          <a:xfrm>
            <a:off x="1092610" y="4448319"/>
            <a:ext cx="9733936" cy="1477328"/>
          </a:xfrm>
          <a:prstGeom prst="rect">
            <a:avLst/>
          </a:prstGeom>
          <a:ln/>
        </p:spPr>
        <p:style>
          <a:lnRef idx="2">
            <a:schemeClr val="dk1"/>
          </a:lnRef>
          <a:fillRef idx="1">
            <a:schemeClr val="lt1"/>
          </a:fillRef>
          <a:effectRef idx="0">
            <a:schemeClr val="dk1"/>
          </a:effectRef>
          <a:fontRef idx="minor">
            <a:schemeClr val="dk1"/>
          </a:fontRef>
        </p:style>
        <p:txBody>
          <a:bodyPr wrap="square" rtlCol="0">
            <a:spAutoFit/>
          </a:bodyPr>
          <a:lstStyle/>
          <a:p>
            <a:r>
              <a:rPr lang="en-US" b="1" dirty="0">
                <a:latin typeface="Posterama" panose="020B0504020200020000" pitchFamily="34" charset="0"/>
                <a:ea typeface="微软雅黑"/>
                <a:cs typeface="Posterama" panose="020B0504020200020000" pitchFamily="34" charset="0"/>
              </a:rPr>
              <a:t>😊 Consistently High Satisfaction Levels : </a:t>
            </a:r>
            <a:r>
              <a:rPr lang="en-US" dirty="0">
                <a:latin typeface="Posterama" panose="020B0504020200020000" pitchFamily="34" charset="0"/>
                <a:ea typeface="微软雅黑"/>
                <a:cs typeface="Posterama" panose="020B0504020200020000" pitchFamily="34" charset="0"/>
              </a:rPr>
              <a:t>Customer satisfaction remains stable and high (around 4+) throughout the observed period.</a:t>
            </a:r>
          </a:p>
          <a:p>
            <a:endParaRPr lang="en-US" dirty="0">
              <a:latin typeface="Posterama" panose="020B0504020200020000" pitchFamily="34" charset="0"/>
              <a:ea typeface="微软雅黑"/>
              <a:cs typeface="Posterama" panose="020B0504020200020000" pitchFamily="34" charset="0"/>
            </a:endParaRPr>
          </a:p>
          <a:p>
            <a:r>
              <a:rPr lang="en-US" dirty="0">
                <a:latin typeface="Posterama" panose="020B0504020200020000" pitchFamily="34" charset="0"/>
                <a:ea typeface="微软雅黑"/>
                <a:cs typeface="Posterama" panose="020B0504020200020000" pitchFamily="34" charset="0"/>
              </a:rPr>
              <a:t>🔧 </a:t>
            </a:r>
            <a:r>
              <a:rPr lang="en-US" b="1" dirty="0">
                <a:latin typeface="Posterama" panose="020B0504020200020000" pitchFamily="34" charset="0"/>
                <a:ea typeface="微软雅黑"/>
                <a:cs typeface="Posterama" panose="020B0504020200020000" pitchFamily="34" charset="0"/>
              </a:rPr>
              <a:t>Service Quality Maintained Despite Ticket Growth : </a:t>
            </a:r>
            <a:r>
              <a:rPr lang="en-US" dirty="0">
                <a:latin typeface="Posterama" panose="020B0504020200020000" pitchFamily="34" charset="0"/>
                <a:ea typeface="微软雅黑"/>
                <a:cs typeface="Posterama" panose="020B0504020200020000" pitchFamily="34" charset="0"/>
              </a:rPr>
              <a:t>Even with increasing ticket volume satisfaction levels have not declined reflecting effective issue resolution.</a:t>
            </a:r>
          </a:p>
        </p:txBody>
      </p:sp>
      <p:pic>
        <p:nvPicPr>
          <p:cNvPr id="4" name="Picture 3">
            <a:extLst>
              <a:ext uri="{FF2B5EF4-FFF2-40B4-BE49-F238E27FC236}">
                <a16:creationId xmlns:a16="http://schemas.microsoft.com/office/drawing/2014/main" id="{8446D089-0EB3-63C1-922C-55C55E5C8C92}"/>
              </a:ext>
            </a:extLst>
          </p:cNvPr>
          <p:cNvPicPr>
            <a:picLocks noChangeAspect="1"/>
          </p:cNvPicPr>
          <p:nvPr/>
        </p:nvPicPr>
        <p:blipFill>
          <a:blip r:embed="rId3"/>
          <a:stretch>
            <a:fillRect/>
          </a:stretch>
        </p:blipFill>
        <p:spPr>
          <a:xfrm>
            <a:off x="1378975" y="1156821"/>
            <a:ext cx="9161206" cy="269742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211520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E8F78-2103-C297-A0F4-B4CFD9B54AE5}"/>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D8092785-B576-1A43-084A-0C91F75EA7FC}"/>
              </a:ext>
            </a:extLst>
          </p:cNvPr>
          <p:cNvSpPr>
            <a:spLocks noGrp="1"/>
          </p:cNvSpPr>
          <p:nvPr>
            <p:ph type="title"/>
          </p:nvPr>
        </p:nvSpPr>
        <p:spPr>
          <a:xfrm>
            <a:off x="587829" y="274956"/>
            <a:ext cx="10515600" cy="779404"/>
          </a:xfrm>
        </p:spPr>
        <p:txBody>
          <a:bodyPr/>
          <a:lstStyle/>
          <a:p>
            <a:pPr marL="514350" indent="-514350">
              <a:buFont typeface="+mj-lt"/>
              <a:buAutoNum type="arabicPeriod" startAt="4"/>
            </a:pPr>
            <a:r>
              <a:rPr lang="en-US" sz="2800"/>
              <a:t>RESOLUTION TIME EFFICIENCY ANALYSIS BY REQUEST CATEGORY</a:t>
            </a:r>
          </a:p>
        </p:txBody>
      </p:sp>
      <p:sp>
        <p:nvSpPr>
          <p:cNvPr id="8" name="TextBox 7">
            <a:extLst>
              <a:ext uri="{FF2B5EF4-FFF2-40B4-BE49-F238E27FC236}">
                <a16:creationId xmlns:a16="http://schemas.microsoft.com/office/drawing/2014/main" id="{D31A2E7E-9B33-D87C-DB7F-6C797FFB83D4}"/>
              </a:ext>
            </a:extLst>
          </p:cNvPr>
          <p:cNvSpPr txBox="1"/>
          <p:nvPr/>
        </p:nvSpPr>
        <p:spPr>
          <a:xfrm>
            <a:off x="7578644" y="1780581"/>
            <a:ext cx="4352041" cy="3693319"/>
          </a:xfrm>
          <a:prstGeom prst="rect">
            <a:avLst/>
          </a:prstGeom>
          <a:ln/>
        </p:spPr>
        <p:style>
          <a:lnRef idx="2">
            <a:schemeClr val="dk1"/>
          </a:lnRef>
          <a:fillRef idx="1">
            <a:schemeClr val="lt1"/>
          </a:fillRef>
          <a:effectRef idx="0">
            <a:schemeClr val="dk1"/>
          </a:effectRef>
          <a:fontRef idx="minor">
            <a:schemeClr val="dk1"/>
          </a:fontRef>
        </p:style>
        <p:txBody>
          <a:bodyPr wrap="square" rtlCol="0">
            <a:spAutoFit/>
          </a:bodyPr>
          <a:lstStyle/>
          <a:p>
            <a:pPr marL="285750" indent="-285750">
              <a:buFont typeface="Arial" panose="020B0604020202020204" pitchFamily="34" charset="0"/>
              <a:buChar char="•"/>
            </a:pPr>
            <a:r>
              <a:rPr lang="en-IN" dirty="0"/>
              <a:t>Hardware issues take the longest to resolve 7.63 days.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System issues average 6.62 days.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Software requests average 5.24 days.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Login Access requests are resolved very quickly (0.31 days).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Hardware resolution is a systemic issue affecting all agent age groups.</a:t>
            </a:r>
          </a:p>
          <a:p>
            <a:endParaRPr lang="en-US" dirty="0">
              <a:latin typeface="Posterama" panose="020B0504020200020000" pitchFamily="34" charset="0"/>
              <a:ea typeface="微软雅黑"/>
              <a:cs typeface="Posterama" panose="020B0504020200020000" pitchFamily="34" charset="0"/>
            </a:endParaRPr>
          </a:p>
        </p:txBody>
      </p:sp>
      <p:pic>
        <p:nvPicPr>
          <p:cNvPr id="4" name="Picture 3">
            <a:extLst>
              <a:ext uri="{FF2B5EF4-FFF2-40B4-BE49-F238E27FC236}">
                <a16:creationId xmlns:a16="http://schemas.microsoft.com/office/drawing/2014/main" id="{A0B69848-21C9-B63C-7861-70AE357E55E3}"/>
              </a:ext>
            </a:extLst>
          </p:cNvPr>
          <p:cNvPicPr>
            <a:picLocks noChangeAspect="1"/>
          </p:cNvPicPr>
          <p:nvPr/>
        </p:nvPicPr>
        <p:blipFill>
          <a:blip r:embed="rId3"/>
          <a:stretch>
            <a:fillRect/>
          </a:stretch>
        </p:blipFill>
        <p:spPr>
          <a:xfrm>
            <a:off x="788731" y="1640264"/>
            <a:ext cx="6398650" cy="397395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5933883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A0B9C-E807-D78D-6F69-BBB0D23C8514}"/>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18FBF2ED-32E2-64B9-8076-A2F47C9F2D7E}"/>
              </a:ext>
            </a:extLst>
          </p:cNvPr>
          <p:cNvSpPr>
            <a:spLocks noGrp="1"/>
          </p:cNvSpPr>
          <p:nvPr>
            <p:ph type="title"/>
          </p:nvPr>
        </p:nvSpPr>
        <p:spPr>
          <a:xfrm>
            <a:off x="587829" y="274956"/>
            <a:ext cx="10515600" cy="779404"/>
          </a:xfrm>
        </p:spPr>
        <p:txBody>
          <a:bodyPr/>
          <a:lstStyle/>
          <a:p>
            <a:pPr marL="514350" indent="-514350">
              <a:buFont typeface="+mj-lt"/>
              <a:buAutoNum type="arabicPeriod" startAt="5"/>
            </a:pPr>
            <a:r>
              <a:rPr lang="en-US" sz="2800"/>
              <a:t>SEVERITY-BASED IT TICKET DISTRIBUTION ANALYSIS</a:t>
            </a:r>
          </a:p>
        </p:txBody>
      </p:sp>
      <p:sp>
        <p:nvSpPr>
          <p:cNvPr id="8" name="TextBox 7">
            <a:extLst>
              <a:ext uri="{FF2B5EF4-FFF2-40B4-BE49-F238E27FC236}">
                <a16:creationId xmlns:a16="http://schemas.microsoft.com/office/drawing/2014/main" id="{9956A2FA-DC84-91AD-4C8D-6D2C6DF1F4A6}"/>
              </a:ext>
            </a:extLst>
          </p:cNvPr>
          <p:cNvSpPr txBox="1"/>
          <p:nvPr/>
        </p:nvSpPr>
        <p:spPr>
          <a:xfrm>
            <a:off x="7558980" y="2113935"/>
            <a:ext cx="4352041" cy="3293209"/>
          </a:xfrm>
          <a:prstGeom prst="rect">
            <a:avLst/>
          </a:prstGeom>
          <a:ln/>
        </p:spPr>
        <p:style>
          <a:lnRef idx="2">
            <a:schemeClr val="dk1"/>
          </a:lnRef>
          <a:fillRef idx="1">
            <a:schemeClr val="lt1"/>
          </a:fillRef>
          <a:effectRef idx="0">
            <a:schemeClr val="dk1"/>
          </a:effectRef>
          <a:fontRef idx="minor">
            <a:schemeClr val="dk1"/>
          </a:fontRef>
        </p:style>
        <p:txBody>
          <a:bodyPr wrap="square" rtlCol="0">
            <a:spAutoFit/>
          </a:bodyPr>
          <a:lstStyle/>
          <a:p>
            <a:endParaRPr lang="en-US" sz="2800" dirty="0">
              <a:latin typeface="Posterama" panose="020B0504020200020000" pitchFamily="34" charset="0"/>
              <a:ea typeface="微软雅黑"/>
              <a:cs typeface="Posterama" panose="020B0504020200020000" pitchFamily="34" charset="0"/>
            </a:endParaRPr>
          </a:p>
          <a:p>
            <a:r>
              <a:rPr lang="en-US" dirty="0">
                <a:latin typeface="Posterama" panose="020B0504020200020000" pitchFamily="34" charset="0"/>
                <a:ea typeface="微软雅黑"/>
                <a:cs typeface="Posterama" panose="020B0504020200020000" pitchFamily="34" charset="0"/>
              </a:rPr>
              <a:t>📌 </a:t>
            </a:r>
            <a:r>
              <a:rPr lang="en-US" b="1" dirty="0">
                <a:latin typeface="Posterama" panose="020B0504020200020000" pitchFamily="34" charset="0"/>
                <a:ea typeface="微软雅黑"/>
                <a:cs typeface="Posterama" panose="020B0504020200020000" pitchFamily="34" charset="0"/>
              </a:rPr>
              <a:t>Majority of Tickets Fall Under “Normal” Severity : </a:t>
            </a:r>
            <a:r>
              <a:rPr lang="en-US" dirty="0">
                <a:latin typeface="Posterama" panose="020B0504020200020000" pitchFamily="34" charset="0"/>
                <a:ea typeface="微软雅黑"/>
                <a:cs typeface="Posterama" panose="020B0504020200020000" pitchFamily="34" charset="0"/>
              </a:rPr>
              <a:t>Most tickets are classified as Severity 2 (Normal) indicating routine operational issues form the bulk of IT support requests.</a:t>
            </a:r>
          </a:p>
          <a:p>
            <a:endParaRPr lang="en-US" dirty="0">
              <a:latin typeface="Posterama" panose="020B0504020200020000" pitchFamily="34" charset="0"/>
              <a:ea typeface="微软雅黑"/>
              <a:cs typeface="Posterama" panose="020B0504020200020000" pitchFamily="34" charset="0"/>
            </a:endParaRPr>
          </a:p>
          <a:p>
            <a:r>
              <a:rPr lang="en-US" dirty="0">
                <a:latin typeface="Posterama" panose="020B0504020200020000" pitchFamily="34" charset="0"/>
                <a:ea typeface="微软雅黑"/>
                <a:cs typeface="Posterama" panose="020B0504020200020000" pitchFamily="34" charset="0"/>
              </a:rPr>
              <a:t>❓ </a:t>
            </a:r>
            <a:r>
              <a:rPr lang="en-US" b="1" dirty="0">
                <a:latin typeface="Posterama" panose="020B0504020200020000" pitchFamily="34" charset="0"/>
                <a:ea typeface="微软雅黑"/>
                <a:cs typeface="Posterama" panose="020B0504020200020000" pitchFamily="34" charset="0"/>
              </a:rPr>
              <a:t>Minimal Unclassified Tickets : </a:t>
            </a:r>
            <a:r>
              <a:rPr lang="en-US" dirty="0">
                <a:latin typeface="Posterama" panose="020B0504020200020000" pitchFamily="34" charset="0"/>
                <a:ea typeface="微软雅黑"/>
                <a:cs typeface="Posterama" panose="020B0504020200020000" pitchFamily="34" charset="0"/>
              </a:rPr>
              <a:t>Very few tickets remain unclassified indicating good ticket categorization practices</a:t>
            </a:r>
            <a:r>
              <a:rPr lang="en-US" sz="1600" dirty="0">
                <a:latin typeface="Posterama" panose="020B0504020200020000" pitchFamily="34" charset="0"/>
                <a:ea typeface="微软雅黑"/>
                <a:cs typeface="Posterama" panose="020B0504020200020000" pitchFamily="34" charset="0"/>
              </a:rPr>
              <a:t>.</a:t>
            </a:r>
          </a:p>
        </p:txBody>
      </p:sp>
      <p:pic>
        <p:nvPicPr>
          <p:cNvPr id="4" name="Picture 3">
            <a:extLst>
              <a:ext uri="{FF2B5EF4-FFF2-40B4-BE49-F238E27FC236}">
                <a16:creationId xmlns:a16="http://schemas.microsoft.com/office/drawing/2014/main" id="{2CCFBC70-CA4C-F7A2-6805-3A3C1652B3FD}"/>
              </a:ext>
            </a:extLst>
          </p:cNvPr>
          <p:cNvPicPr>
            <a:picLocks noChangeAspect="1"/>
          </p:cNvPicPr>
          <p:nvPr/>
        </p:nvPicPr>
        <p:blipFill>
          <a:blip r:embed="rId3"/>
          <a:stretch>
            <a:fillRect/>
          </a:stretch>
        </p:blipFill>
        <p:spPr>
          <a:xfrm>
            <a:off x="876914" y="2113935"/>
            <a:ext cx="6428454" cy="355103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407859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577B2-FC9F-C49F-6361-F2E925879916}"/>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3EE2A9EC-D50F-EC4A-4CEA-78FE9D9F26DB}"/>
              </a:ext>
            </a:extLst>
          </p:cNvPr>
          <p:cNvSpPr>
            <a:spLocks noGrp="1"/>
          </p:cNvSpPr>
          <p:nvPr>
            <p:ph type="title"/>
          </p:nvPr>
        </p:nvSpPr>
        <p:spPr>
          <a:xfrm>
            <a:off x="587829" y="274956"/>
            <a:ext cx="10515600" cy="779404"/>
          </a:xfrm>
        </p:spPr>
        <p:txBody>
          <a:bodyPr/>
          <a:lstStyle/>
          <a:p>
            <a:pPr marL="514350" indent="-514350">
              <a:buFont typeface="+mj-lt"/>
              <a:buAutoNum type="arabicPeriod" startAt="6"/>
            </a:pPr>
            <a:r>
              <a:rPr lang="en-US" sz="2800" dirty="0"/>
              <a:t>PERFORMANCE BY SENIORITY LEVEL OF AGENTS </a:t>
            </a:r>
          </a:p>
        </p:txBody>
      </p:sp>
      <p:sp>
        <p:nvSpPr>
          <p:cNvPr id="8" name="TextBox 7">
            <a:extLst>
              <a:ext uri="{FF2B5EF4-FFF2-40B4-BE49-F238E27FC236}">
                <a16:creationId xmlns:a16="http://schemas.microsoft.com/office/drawing/2014/main" id="{9BB0EFF8-E0DE-1343-9487-4E0D0F831600}"/>
              </a:ext>
            </a:extLst>
          </p:cNvPr>
          <p:cNvSpPr txBox="1"/>
          <p:nvPr/>
        </p:nvSpPr>
        <p:spPr>
          <a:xfrm>
            <a:off x="7389167" y="2534141"/>
            <a:ext cx="4352041" cy="2739211"/>
          </a:xfrm>
          <a:prstGeom prst="rect">
            <a:avLst/>
          </a:prstGeom>
          <a:ln/>
        </p:spPr>
        <p:style>
          <a:lnRef idx="2">
            <a:schemeClr val="dk1"/>
          </a:lnRef>
          <a:fillRef idx="1">
            <a:schemeClr val="lt1"/>
          </a:fillRef>
          <a:effectRef idx="0">
            <a:schemeClr val="dk1"/>
          </a:effectRef>
          <a:fontRef idx="minor">
            <a:schemeClr val="dk1"/>
          </a:fontRef>
        </p:style>
        <p:txBody>
          <a:bodyPr wrap="square" rtlCol="0">
            <a:spAutoFit/>
          </a:bodyPr>
          <a:lstStyle/>
          <a:p>
            <a:pPr marL="285750" indent="-285750" fontAlgn="base">
              <a:buFontTx/>
              <a:buChar char="-"/>
            </a:pPr>
            <a:r>
              <a:rPr lang="en-US" dirty="0"/>
              <a:t>Mid-level agents have the highest average resolution time (4.75 days) and a relatively lower satisfaction rate (4.00).</a:t>
            </a:r>
          </a:p>
          <a:p>
            <a:pPr fontAlgn="base"/>
            <a:endParaRPr lang="en-US" dirty="0"/>
          </a:p>
          <a:p>
            <a:pPr fontAlgn="base"/>
            <a:r>
              <a:rPr lang="en-US" dirty="0"/>
              <a:t>- This indicates that mid career employees (35–44) may have higher expectations which impacts satisfaction levels.</a:t>
            </a:r>
          </a:p>
          <a:p>
            <a:pPr marL="0" indent="0" algn="ctr">
              <a:lnSpc>
                <a:spcPct val="100000"/>
              </a:lnSpc>
              <a:spcBef>
                <a:spcPts val="0"/>
              </a:spcBef>
              <a:buFontTx/>
              <a:buNone/>
            </a:pPr>
            <a:endParaRPr lang="en-US" sz="2800" dirty="0">
              <a:latin typeface="Posterama" panose="020B0504020200020000" pitchFamily="34" charset="0"/>
              <a:ea typeface="微软雅黑"/>
              <a:cs typeface="Posterama" panose="020B0504020200020000" pitchFamily="34" charset="0"/>
            </a:endParaRPr>
          </a:p>
        </p:txBody>
      </p:sp>
      <p:pic>
        <p:nvPicPr>
          <p:cNvPr id="4" name="Picture 3">
            <a:extLst>
              <a:ext uri="{FF2B5EF4-FFF2-40B4-BE49-F238E27FC236}">
                <a16:creationId xmlns:a16="http://schemas.microsoft.com/office/drawing/2014/main" id="{E3A37BE2-E6BA-7B1B-E84C-6044F5E3ACD5}"/>
              </a:ext>
            </a:extLst>
          </p:cNvPr>
          <p:cNvPicPr>
            <a:picLocks noChangeAspect="1"/>
          </p:cNvPicPr>
          <p:nvPr/>
        </p:nvPicPr>
        <p:blipFill>
          <a:blip r:embed="rId3"/>
          <a:stretch>
            <a:fillRect/>
          </a:stretch>
        </p:blipFill>
        <p:spPr>
          <a:xfrm>
            <a:off x="450792" y="1799303"/>
            <a:ext cx="6589105" cy="4045077"/>
          </a:xfrm>
          <a:prstGeom prst="rect">
            <a:avLst/>
          </a:prstGeom>
        </p:spPr>
      </p:pic>
    </p:spTree>
    <p:extLst>
      <p:ext uri="{BB962C8B-B14F-4D97-AF65-F5344CB8AC3E}">
        <p14:creationId xmlns:p14="http://schemas.microsoft.com/office/powerpoint/2010/main" val="21189817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37">
            <a:extLst>
              <a:ext uri="{FF2B5EF4-FFF2-40B4-BE49-F238E27FC236}">
                <a16:creationId xmlns:a16="http://schemas.microsoft.com/office/drawing/2014/main" id="{478CB64C-71AF-6B72-8069-000DD250502E}"/>
              </a:ext>
            </a:extLst>
          </p:cNvPr>
          <p:cNvSpPr>
            <a:spLocks noGrp="1"/>
          </p:cNvSpPr>
          <p:nvPr>
            <p:ph type="title"/>
          </p:nvPr>
        </p:nvSpPr>
        <p:spPr/>
        <p:txBody>
          <a:bodyPr/>
          <a:lstStyle/>
          <a:p>
            <a:r>
              <a:rPr lang="en-US"/>
              <a:t>Recommendations </a:t>
            </a:r>
          </a:p>
        </p:txBody>
      </p:sp>
      <p:sp>
        <p:nvSpPr>
          <p:cNvPr id="40" name="Text Placeholder 39">
            <a:extLst>
              <a:ext uri="{FF2B5EF4-FFF2-40B4-BE49-F238E27FC236}">
                <a16:creationId xmlns:a16="http://schemas.microsoft.com/office/drawing/2014/main" id="{FA2F9A05-8E79-46FF-1ABA-927EF2D69BC5}"/>
              </a:ext>
            </a:extLst>
          </p:cNvPr>
          <p:cNvSpPr>
            <a:spLocks noGrp="1"/>
          </p:cNvSpPr>
          <p:nvPr>
            <p:ph type="body" sz="quarter" idx="27"/>
          </p:nvPr>
        </p:nvSpPr>
        <p:spPr/>
        <p:txBody>
          <a:bodyPr/>
          <a:lstStyle/>
          <a:p>
            <a:r>
              <a:rPr lang="en-US"/>
              <a:t>Improve System Stability</a:t>
            </a:r>
          </a:p>
        </p:txBody>
      </p:sp>
      <p:sp>
        <p:nvSpPr>
          <p:cNvPr id="50" name="Text Placeholder 49">
            <a:extLst>
              <a:ext uri="{FF2B5EF4-FFF2-40B4-BE49-F238E27FC236}">
                <a16:creationId xmlns:a16="http://schemas.microsoft.com/office/drawing/2014/main" id="{0532F467-8DBE-D445-0CF7-D5D242DAD663}"/>
              </a:ext>
            </a:extLst>
          </p:cNvPr>
          <p:cNvSpPr>
            <a:spLocks noGrp="1"/>
          </p:cNvSpPr>
          <p:nvPr>
            <p:ph type="body" sz="quarter" idx="32"/>
          </p:nvPr>
        </p:nvSpPr>
        <p:spPr/>
        <p:txBody>
          <a:bodyPr/>
          <a:lstStyle/>
          <a:p>
            <a:pPr lvl="0"/>
            <a:r>
              <a:rPr lang="en-US"/>
              <a:t>Prioritize proactive monitoring and preventive maintenance for system-related issues.</a:t>
            </a:r>
          </a:p>
        </p:txBody>
      </p:sp>
      <p:sp>
        <p:nvSpPr>
          <p:cNvPr id="42" name="Text Placeholder 41">
            <a:extLst>
              <a:ext uri="{FF2B5EF4-FFF2-40B4-BE49-F238E27FC236}">
                <a16:creationId xmlns:a16="http://schemas.microsoft.com/office/drawing/2014/main" id="{48BF8F22-E288-84B0-03E9-82D678051D45}"/>
              </a:ext>
            </a:extLst>
          </p:cNvPr>
          <p:cNvSpPr>
            <a:spLocks noGrp="1"/>
          </p:cNvSpPr>
          <p:nvPr>
            <p:ph type="body" sz="quarter" idx="46"/>
          </p:nvPr>
        </p:nvSpPr>
        <p:spPr/>
        <p:txBody>
          <a:bodyPr/>
          <a:lstStyle/>
          <a:p>
            <a:r>
              <a:rPr lang="en-US"/>
              <a:t>Strengthen login &amp; access management</a:t>
            </a:r>
          </a:p>
        </p:txBody>
      </p:sp>
      <p:sp>
        <p:nvSpPr>
          <p:cNvPr id="52" name="Text Placeholder 51">
            <a:extLst>
              <a:ext uri="{FF2B5EF4-FFF2-40B4-BE49-F238E27FC236}">
                <a16:creationId xmlns:a16="http://schemas.microsoft.com/office/drawing/2014/main" id="{BACB9342-C47E-6729-46BE-F10DBB78182A}"/>
              </a:ext>
            </a:extLst>
          </p:cNvPr>
          <p:cNvSpPr>
            <a:spLocks noGrp="1"/>
          </p:cNvSpPr>
          <p:nvPr>
            <p:ph type="body" sz="quarter" idx="50"/>
          </p:nvPr>
        </p:nvSpPr>
        <p:spPr/>
        <p:txBody>
          <a:bodyPr/>
          <a:lstStyle/>
          <a:p>
            <a:r>
              <a:rPr lang="en-US"/>
              <a:t>Automate password resets and access-related requests.</a:t>
            </a:r>
          </a:p>
          <a:p>
            <a:endParaRPr lang="en-US"/>
          </a:p>
        </p:txBody>
      </p:sp>
      <p:sp>
        <p:nvSpPr>
          <p:cNvPr id="44" name="Text Placeholder 43">
            <a:extLst>
              <a:ext uri="{FF2B5EF4-FFF2-40B4-BE49-F238E27FC236}">
                <a16:creationId xmlns:a16="http://schemas.microsoft.com/office/drawing/2014/main" id="{D0C47E92-8875-E555-5480-8A9BAEE853A7}"/>
              </a:ext>
            </a:extLst>
          </p:cNvPr>
          <p:cNvSpPr>
            <a:spLocks noGrp="1"/>
          </p:cNvSpPr>
          <p:nvPr>
            <p:ph type="body" sz="quarter" idx="47"/>
          </p:nvPr>
        </p:nvSpPr>
        <p:spPr/>
        <p:txBody>
          <a:bodyPr/>
          <a:lstStyle/>
          <a:p>
            <a:r>
              <a:rPr lang="en-US"/>
              <a:t>Optimize Agent Allocation</a:t>
            </a:r>
          </a:p>
        </p:txBody>
      </p:sp>
      <p:sp>
        <p:nvSpPr>
          <p:cNvPr id="54" name="Text Placeholder 53">
            <a:extLst>
              <a:ext uri="{FF2B5EF4-FFF2-40B4-BE49-F238E27FC236}">
                <a16:creationId xmlns:a16="http://schemas.microsoft.com/office/drawing/2014/main" id="{DDCD388C-8374-D810-DCE5-554B7E05F55A}"/>
              </a:ext>
            </a:extLst>
          </p:cNvPr>
          <p:cNvSpPr>
            <a:spLocks noGrp="1"/>
          </p:cNvSpPr>
          <p:nvPr>
            <p:ph type="body" sz="quarter" idx="51"/>
          </p:nvPr>
        </p:nvSpPr>
        <p:spPr/>
        <p:txBody>
          <a:bodyPr/>
          <a:lstStyle/>
          <a:p>
            <a:pPr lvl="0"/>
            <a:r>
              <a:rPr lang="en-US"/>
              <a:t>Balance ticket distribution across agents using workload based assignment.</a:t>
            </a:r>
          </a:p>
          <a:p>
            <a:endParaRPr lang="en-US"/>
          </a:p>
        </p:txBody>
      </p:sp>
      <p:sp>
        <p:nvSpPr>
          <p:cNvPr id="46" name="Text Placeholder 45">
            <a:extLst>
              <a:ext uri="{FF2B5EF4-FFF2-40B4-BE49-F238E27FC236}">
                <a16:creationId xmlns:a16="http://schemas.microsoft.com/office/drawing/2014/main" id="{B87AFF1A-EF07-5FBF-C582-29AE302A47D5}"/>
              </a:ext>
            </a:extLst>
          </p:cNvPr>
          <p:cNvSpPr>
            <a:spLocks noGrp="1"/>
          </p:cNvSpPr>
          <p:nvPr>
            <p:ph type="body" sz="quarter" idx="48"/>
          </p:nvPr>
        </p:nvSpPr>
        <p:spPr/>
        <p:txBody>
          <a:bodyPr/>
          <a:lstStyle/>
          <a:p>
            <a:r>
              <a:rPr lang="en-US"/>
              <a:t>Improve Severity-Based Workflow</a:t>
            </a:r>
          </a:p>
        </p:txBody>
      </p:sp>
      <p:sp>
        <p:nvSpPr>
          <p:cNvPr id="56" name="Text Placeholder 55">
            <a:extLst>
              <a:ext uri="{FF2B5EF4-FFF2-40B4-BE49-F238E27FC236}">
                <a16:creationId xmlns:a16="http://schemas.microsoft.com/office/drawing/2014/main" id="{E62055F1-67DB-9D6D-ABE2-20C3B2514A43}"/>
              </a:ext>
            </a:extLst>
          </p:cNvPr>
          <p:cNvSpPr>
            <a:spLocks noGrp="1"/>
          </p:cNvSpPr>
          <p:nvPr>
            <p:ph type="body" sz="quarter" idx="52"/>
          </p:nvPr>
        </p:nvSpPr>
        <p:spPr/>
        <p:txBody>
          <a:bodyPr/>
          <a:lstStyle/>
          <a:p>
            <a:pPr lvl="0"/>
            <a:r>
              <a:rPr lang="en-US"/>
              <a:t>Redesign severity based workflows to prevent prolonged resolution of normal severity tickets.</a:t>
            </a:r>
          </a:p>
          <a:p>
            <a:endParaRPr lang="en-US"/>
          </a:p>
        </p:txBody>
      </p:sp>
      <p:sp>
        <p:nvSpPr>
          <p:cNvPr id="48" name="Text Placeholder 47">
            <a:extLst>
              <a:ext uri="{FF2B5EF4-FFF2-40B4-BE49-F238E27FC236}">
                <a16:creationId xmlns:a16="http://schemas.microsoft.com/office/drawing/2014/main" id="{9303DF4A-6DF5-9082-4ABE-2B0D5433359A}"/>
              </a:ext>
            </a:extLst>
          </p:cNvPr>
          <p:cNvSpPr>
            <a:spLocks noGrp="1"/>
          </p:cNvSpPr>
          <p:nvPr>
            <p:ph type="body" sz="quarter" idx="49"/>
          </p:nvPr>
        </p:nvSpPr>
        <p:spPr/>
        <p:txBody>
          <a:bodyPr/>
          <a:lstStyle/>
          <a:p>
            <a:r>
              <a:rPr lang="en-US"/>
              <a:t>Upgrade Ticket Management Tools</a:t>
            </a:r>
          </a:p>
        </p:txBody>
      </p:sp>
      <p:sp>
        <p:nvSpPr>
          <p:cNvPr id="58" name="Text Placeholder 57">
            <a:extLst>
              <a:ext uri="{FF2B5EF4-FFF2-40B4-BE49-F238E27FC236}">
                <a16:creationId xmlns:a16="http://schemas.microsoft.com/office/drawing/2014/main" id="{0930742F-3693-100E-944F-A04AB5320145}"/>
              </a:ext>
            </a:extLst>
          </p:cNvPr>
          <p:cNvSpPr>
            <a:spLocks noGrp="1"/>
          </p:cNvSpPr>
          <p:nvPr>
            <p:ph type="body" sz="quarter" idx="53"/>
          </p:nvPr>
        </p:nvSpPr>
        <p:spPr/>
        <p:txBody>
          <a:bodyPr/>
          <a:lstStyle/>
          <a:p>
            <a:pPr lvl="0"/>
            <a:r>
              <a:rPr lang="en-US"/>
              <a:t>Invest in upgrading the ticket management software with better automation, categorization and tracking features.</a:t>
            </a:r>
          </a:p>
          <a:p>
            <a:endParaRPr lang="en-US"/>
          </a:p>
        </p:txBody>
      </p:sp>
      <p:sp>
        <p:nvSpPr>
          <p:cNvPr id="26" name="Rectangle 25">
            <a:extLst>
              <a:ext uri="{FF2B5EF4-FFF2-40B4-BE49-F238E27FC236}">
                <a16:creationId xmlns:a16="http://schemas.microsoft.com/office/drawing/2014/main" id="{285177ED-2E57-8FF5-AFD8-AA79A7B24B3D}"/>
              </a:ext>
              <a:ext uri="{C183D7F6-B498-43B3-948B-1728B52AA6E4}">
                <adec:decorative xmlns:adec="http://schemas.microsoft.com/office/drawing/2017/decorative" val="1"/>
              </a:ext>
            </a:extLst>
          </p:cNvPr>
          <p:cNvSpPr/>
          <p:nvPr/>
        </p:nvSpPr>
        <p:spPr>
          <a:xfrm>
            <a:off x="845392" y="2066625"/>
            <a:ext cx="10515600" cy="859536"/>
          </a:xfrm>
          <a:prstGeom prst="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latin typeface="+mn-lt"/>
            </a:endParaRPr>
          </a:p>
        </p:txBody>
      </p:sp>
      <p:sp>
        <p:nvSpPr>
          <p:cNvPr id="2" name="TextBox 1">
            <a:extLst>
              <a:ext uri="{FF2B5EF4-FFF2-40B4-BE49-F238E27FC236}">
                <a16:creationId xmlns:a16="http://schemas.microsoft.com/office/drawing/2014/main" id="{9A300280-C1E7-E9FE-FCB4-173E6AC94178}"/>
              </a:ext>
            </a:extLst>
          </p:cNvPr>
          <p:cNvSpPr txBox="1"/>
          <p:nvPr/>
        </p:nvSpPr>
        <p:spPr>
          <a:xfrm>
            <a:off x="2593910" y="5747657"/>
            <a:ext cx="8033657" cy="923330"/>
          </a:xfrm>
          <a:prstGeom prst="rect">
            <a:avLst/>
          </a:prstGeom>
          <a:solidFill>
            <a:schemeClr val="bg2"/>
          </a:solidFill>
          <a:ln>
            <a:solidFill>
              <a:schemeClr val="tx1"/>
            </a:solidFill>
          </a:ln>
        </p:spPr>
        <p:txBody>
          <a:bodyPr wrap="square" rtlCol="0">
            <a:spAutoFit/>
          </a:bodyPr>
          <a:lstStyle/>
          <a:p>
            <a:pPr algn="ctr"/>
            <a:r>
              <a:rPr lang="en-US" b="1">
                <a:latin typeface="Posterama" panose="020B0504020200020000" pitchFamily="34" charset="0"/>
                <a:ea typeface="微软雅黑"/>
                <a:cs typeface="Posterama" panose="020B0504020200020000" pitchFamily="34" charset="0"/>
              </a:rPr>
              <a:t>Overall Impact: </a:t>
            </a:r>
            <a:r>
              <a:rPr lang="en-US">
                <a:latin typeface="Posterama" panose="020B0504020200020000" pitchFamily="34" charset="0"/>
                <a:ea typeface="微软雅黑"/>
                <a:cs typeface="Posterama" panose="020B0504020200020000" pitchFamily="34" charset="0"/>
              </a:rPr>
              <a:t>These recommendations focus on reducing recurring issues, improving response efficiency and enhancing customer satisfaction through data driven decision making.</a:t>
            </a:r>
            <a:endParaRPr lang="en-IN" sz="1800">
              <a:latin typeface="Posterama" panose="020B0504020200020000" pitchFamily="34" charset="0"/>
              <a:ea typeface="微软雅黑"/>
              <a:cs typeface="Posterama" panose="020B0504020200020000" pitchFamily="34" charset="0"/>
            </a:endParaRPr>
          </a:p>
        </p:txBody>
      </p:sp>
    </p:spTree>
    <p:extLst>
      <p:ext uri="{BB962C8B-B14F-4D97-AF65-F5344CB8AC3E}">
        <p14:creationId xmlns:p14="http://schemas.microsoft.com/office/powerpoint/2010/main" val="26240212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6D644-C067-DBE1-E687-0D5571ADB45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61F18CC-3CD7-45C4-68D6-9ED2E7D33431}"/>
              </a:ext>
            </a:extLst>
          </p:cNvPr>
          <p:cNvSpPr>
            <a:spLocks noGrp="1"/>
          </p:cNvSpPr>
          <p:nvPr>
            <p:ph type="title"/>
          </p:nvPr>
        </p:nvSpPr>
        <p:spPr>
          <a:xfrm>
            <a:off x="391886" y="186612"/>
            <a:ext cx="11079619" cy="662474"/>
          </a:xfrm>
        </p:spPr>
        <p:txBody>
          <a:bodyPr/>
          <a:lstStyle/>
          <a:p>
            <a:r>
              <a:rPr lang="en-US"/>
              <a:t>Dashboard</a:t>
            </a:r>
          </a:p>
        </p:txBody>
      </p:sp>
      <p:pic>
        <p:nvPicPr>
          <p:cNvPr id="4" name="Picture 3">
            <a:extLst>
              <a:ext uri="{FF2B5EF4-FFF2-40B4-BE49-F238E27FC236}">
                <a16:creationId xmlns:a16="http://schemas.microsoft.com/office/drawing/2014/main" id="{ABD5DB7F-C13A-64C8-3F0D-301FA013C398}"/>
              </a:ext>
            </a:extLst>
          </p:cNvPr>
          <p:cNvPicPr>
            <a:picLocks noChangeAspect="1"/>
          </p:cNvPicPr>
          <p:nvPr/>
        </p:nvPicPr>
        <p:blipFill>
          <a:blip r:embed="rId3"/>
          <a:stretch>
            <a:fillRect/>
          </a:stretch>
        </p:blipFill>
        <p:spPr>
          <a:xfrm>
            <a:off x="391886" y="1163233"/>
            <a:ext cx="11621729" cy="5082139"/>
          </a:xfrm>
          <a:prstGeom prst="rect">
            <a:avLst/>
          </a:prstGeom>
        </p:spPr>
      </p:pic>
    </p:spTree>
    <p:extLst>
      <p:ext uri="{BB962C8B-B14F-4D97-AF65-F5344CB8AC3E}">
        <p14:creationId xmlns:p14="http://schemas.microsoft.com/office/powerpoint/2010/main" val="26582677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1D5C3-FD55-EB1D-36B2-8178AB0613B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806EDCE-46E5-23C5-CACF-F3CEDF38D3E7}"/>
              </a:ext>
            </a:extLst>
          </p:cNvPr>
          <p:cNvSpPr>
            <a:spLocks noGrp="1"/>
          </p:cNvSpPr>
          <p:nvPr>
            <p:ph type="title"/>
          </p:nvPr>
        </p:nvSpPr>
        <p:spPr>
          <a:xfrm>
            <a:off x="391886" y="186612"/>
            <a:ext cx="11079619" cy="662474"/>
          </a:xfrm>
        </p:spPr>
        <p:txBody>
          <a:bodyPr/>
          <a:lstStyle/>
          <a:p>
            <a:r>
              <a:rPr lang="en-US"/>
              <a:t>Dashboard</a:t>
            </a:r>
          </a:p>
        </p:txBody>
      </p:sp>
      <p:pic>
        <p:nvPicPr>
          <p:cNvPr id="5" name="Picture 4">
            <a:extLst>
              <a:ext uri="{FF2B5EF4-FFF2-40B4-BE49-F238E27FC236}">
                <a16:creationId xmlns:a16="http://schemas.microsoft.com/office/drawing/2014/main" id="{311F0D6B-68AD-9539-DC89-9E61C78F2FA1}"/>
              </a:ext>
            </a:extLst>
          </p:cNvPr>
          <p:cNvPicPr>
            <a:picLocks noChangeAspect="1"/>
          </p:cNvPicPr>
          <p:nvPr/>
        </p:nvPicPr>
        <p:blipFill>
          <a:blip r:embed="rId3"/>
          <a:stretch>
            <a:fillRect/>
          </a:stretch>
        </p:blipFill>
        <p:spPr>
          <a:xfrm>
            <a:off x="221225" y="1167164"/>
            <a:ext cx="11749550" cy="5113605"/>
          </a:xfrm>
          <a:prstGeom prst="rect">
            <a:avLst/>
          </a:prstGeom>
        </p:spPr>
      </p:pic>
    </p:spTree>
    <p:extLst>
      <p:ext uri="{BB962C8B-B14F-4D97-AF65-F5344CB8AC3E}">
        <p14:creationId xmlns:p14="http://schemas.microsoft.com/office/powerpoint/2010/main" val="9136129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BA8B2-4E09-67F3-60D8-3EDDEA5BD12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6E0F472-EE6A-B9E3-9092-B81AAF75CB26}"/>
              </a:ext>
            </a:extLst>
          </p:cNvPr>
          <p:cNvSpPr>
            <a:spLocks noGrp="1"/>
          </p:cNvSpPr>
          <p:nvPr>
            <p:ph type="title"/>
          </p:nvPr>
        </p:nvSpPr>
        <p:spPr>
          <a:xfrm>
            <a:off x="391886" y="186612"/>
            <a:ext cx="11079619" cy="662474"/>
          </a:xfrm>
        </p:spPr>
        <p:txBody>
          <a:bodyPr/>
          <a:lstStyle/>
          <a:p>
            <a:r>
              <a:rPr lang="en-US"/>
              <a:t>Dashboard</a:t>
            </a:r>
          </a:p>
        </p:txBody>
      </p:sp>
      <p:pic>
        <p:nvPicPr>
          <p:cNvPr id="4" name="Picture 3">
            <a:extLst>
              <a:ext uri="{FF2B5EF4-FFF2-40B4-BE49-F238E27FC236}">
                <a16:creationId xmlns:a16="http://schemas.microsoft.com/office/drawing/2014/main" id="{5F5B6DD9-08A9-8C76-BB11-CA75C397F017}"/>
              </a:ext>
            </a:extLst>
          </p:cNvPr>
          <p:cNvPicPr>
            <a:picLocks noChangeAspect="1"/>
          </p:cNvPicPr>
          <p:nvPr/>
        </p:nvPicPr>
        <p:blipFill>
          <a:blip r:embed="rId3"/>
          <a:stretch>
            <a:fillRect/>
          </a:stretch>
        </p:blipFill>
        <p:spPr>
          <a:xfrm>
            <a:off x="142567" y="1236761"/>
            <a:ext cx="11906866" cy="5171060"/>
          </a:xfrm>
          <a:prstGeom prst="rect">
            <a:avLst/>
          </a:prstGeom>
        </p:spPr>
      </p:pic>
    </p:spTree>
    <p:extLst>
      <p:ext uri="{BB962C8B-B14F-4D97-AF65-F5344CB8AC3E}">
        <p14:creationId xmlns:p14="http://schemas.microsoft.com/office/powerpoint/2010/main" val="10461107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98E71-F1A2-940B-09D0-617BB916070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20D0978-D694-27F5-FB7E-F4B59645CD1A}"/>
              </a:ext>
            </a:extLst>
          </p:cNvPr>
          <p:cNvSpPr>
            <a:spLocks noGrp="1"/>
          </p:cNvSpPr>
          <p:nvPr>
            <p:ph type="title"/>
          </p:nvPr>
        </p:nvSpPr>
        <p:spPr>
          <a:xfrm>
            <a:off x="391886" y="186612"/>
            <a:ext cx="11079619" cy="662474"/>
          </a:xfrm>
        </p:spPr>
        <p:txBody>
          <a:bodyPr/>
          <a:lstStyle/>
          <a:p>
            <a:r>
              <a:rPr lang="en-US"/>
              <a:t>Dashboard</a:t>
            </a:r>
          </a:p>
        </p:txBody>
      </p:sp>
      <p:pic>
        <p:nvPicPr>
          <p:cNvPr id="5" name="Picture 4">
            <a:extLst>
              <a:ext uri="{FF2B5EF4-FFF2-40B4-BE49-F238E27FC236}">
                <a16:creationId xmlns:a16="http://schemas.microsoft.com/office/drawing/2014/main" id="{D0980CA9-3A4C-0102-44B6-6EECD2F94B63}"/>
              </a:ext>
            </a:extLst>
          </p:cNvPr>
          <p:cNvPicPr>
            <a:picLocks noChangeAspect="1"/>
          </p:cNvPicPr>
          <p:nvPr/>
        </p:nvPicPr>
        <p:blipFill>
          <a:blip r:embed="rId3"/>
          <a:stretch>
            <a:fillRect/>
          </a:stretch>
        </p:blipFill>
        <p:spPr>
          <a:xfrm>
            <a:off x="152400" y="1265515"/>
            <a:ext cx="11887200" cy="5152878"/>
          </a:xfrm>
          <a:prstGeom prst="rect">
            <a:avLst/>
          </a:prstGeom>
        </p:spPr>
      </p:pic>
    </p:spTree>
    <p:extLst>
      <p:ext uri="{BB962C8B-B14F-4D97-AF65-F5344CB8AC3E}">
        <p14:creationId xmlns:p14="http://schemas.microsoft.com/office/powerpoint/2010/main" val="25597822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EFA9173-F892-5C7D-99AF-4C5FFB1532B4}"/>
              </a:ext>
            </a:extLst>
          </p:cNvPr>
          <p:cNvSpPr>
            <a:spLocks noGrp="1"/>
          </p:cNvSpPr>
          <p:nvPr>
            <p:ph type="title"/>
          </p:nvPr>
        </p:nvSpPr>
        <p:spPr>
          <a:xfrm>
            <a:off x="517427" y="690466"/>
            <a:ext cx="9823998" cy="811763"/>
          </a:xfrm>
        </p:spPr>
        <p:txBody>
          <a:bodyPr/>
          <a:lstStyle/>
          <a:p>
            <a:r>
              <a:rPr lang="en-US"/>
              <a:t>CONCLUSION</a:t>
            </a:r>
          </a:p>
        </p:txBody>
      </p:sp>
      <p:sp>
        <p:nvSpPr>
          <p:cNvPr id="29" name="Text Placeholder 28">
            <a:extLst>
              <a:ext uri="{FF2B5EF4-FFF2-40B4-BE49-F238E27FC236}">
                <a16:creationId xmlns:a16="http://schemas.microsoft.com/office/drawing/2014/main" id="{52FD53DB-CD39-2575-F8BA-63488E81091E}"/>
              </a:ext>
            </a:extLst>
          </p:cNvPr>
          <p:cNvSpPr>
            <a:spLocks noGrp="1"/>
          </p:cNvSpPr>
          <p:nvPr>
            <p:ph type="body" sz="quarter" idx="28"/>
          </p:nvPr>
        </p:nvSpPr>
        <p:spPr>
          <a:xfrm>
            <a:off x="517427" y="1663547"/>
            <a:ext cx="5500818" cy="4420012"/>
          </a:xfrm>
        </p:spPr>
        <p:txBody>
          <a:bodyPr/>
          <a:lstStyle/>
          <a:p>
            <a:pPr marL="285750" indent="-285750">
              <a:buFont typeface="Wingdings" panose="05000000000000000000" pitchFamily="2" charset="2"/>
              <a:buChar char="Ø"/>
            </a:pPr>
            <a:r>
              <a:rPr lang="en-US" altLang="zh-CN" sz="1600"/>
              <a:t>The analysis reveals clear patterns in ticket volume, resolution time and satisfaction levels across categories and time periods.</a:t>
            </a:r>
          </a:p>
          <a:p>
            <a:pPr marL="285750" indent="-285750">
              <a:buFont typeface="Wingdings" panose="05000000000000000000" pitchFamily="2" charset="2"/>
              <a:buChar char="Ø"/>
            </a:pPr>
            <a:r>
              <a:rPr lang="en-US" altLang="zh-CN" sz="1600"/>
              <a:t>Certain request categories and time periods require higher technical effort leading to longer resolution times.</a:t>
            </a:r>
          </a:p>
          <a:p>
            <a:pPr marL="285750" indent="-285750">
              <a:buFont typeface="Wingdings" panose="05000000000000000000" pitchFamily="2" charset="2"/>
              <a:buChar char="Ø"/>
            </a:pPr>
            <a:r>
              <a:rPr lang="en-US" altLang="zh-CN" sz="1600"/>
              <a:t>Agent performance and workload distribution indicate opportunities for process optimization and skill enhancement.</a:t>
            </a:r>
          </a:p>
          <a:p>
            <a:pPr marL="285750" indent="-285750">
              <a:buFont typeface="Wingdings" panose="05000000000000000000" pitchFamily="2" charset="2"/>
              <a:buChar char="Ø"/>
            </a:pPr>
            <a:r>
              <a:rPr lang="en-US" altLang="zh-CN" sz="1600"/>
              <a:t>The dashboard provides a centralized, real time view of IT support performance enabling faster and data-driven decisions.</a:t>
            </a:r>
          </a:p>
          <a:p>
            <a:pPr marL="285750" indent="-285750">
              <a:buFont typeface="Wingdings" panose="05000000000000000000" pitchFamily="2" charset="2"/>
              <a:buChar char="Ø"/>
            </a:pPr>
            <a:r>
              <a:rPr lang="en-US" altLang="zh-CN" sz="1600"/>
              <a:t>Overall, the insights support strategic investments in technology, training and resource allocation to improve efficiency and user satisfaction.</a:t>
            </a:r>
          </a:p>
          <a:p>
            <a:endParaRPr lang="en-US"/>
          </a:p>
        </p:txBody>
      </p:sp>
      <p:pic>
        <p:nvPicPr>
          <p:cNvPr id="38" name="Picture Placeholder 37" descr="People working in office">
            <a:extLst>
              <a:ext uri="{FF2B5EF4-FFF2-40B4-BE49-F238E27FC236}">
                <a16:creationId xmlns:a16="http://schemas.microsoft.com/office/drawing/2014/main" id="{4162880A-4A88-ED9F-357E-65638ED8BB0C}"/>
              </a:ext>
            </a:extLst>
          </p:cNvPr>
          <p:cNvPicPr>
            <a:picLocks noGrp="1" noChangeAspect="1"/>
          </p:cNvPicPr>
          <p:nvPr>
            <p:ph type="pic" sz="quarter" idx="48"/>
          </p:nvPr>
        </p:nvPicPr>
        <p:blipFill>
          <a:blip r:embed="rId3" cstate="screen">
            <a:extLst>
              <a:ext uri="{28A0092B-C50C-407E-A947-70E740481C1C}">
                <a14:useLocalDpi xmlns:a14="http://schemas.microsoft.com/office/drawing/2010/main"/>
              </a:ext>
            </a:extLst>
          </a:blip>
          <a:srcRect/>
          <a:stretch>
            <a:fillRect/>
          </a:stretch>
        </p:blipFill>
        <p:spPr/>
      </p:pic>
      <p:pic>
        <p:nvPicPr>
          <p:cNvPr id="39" name="Picture Placeholder 31">
            <a:extLst>
              <a:ext uri="{FF2B5EF4-FFF2-40B4-BE49-F238E27FC236}">
                <a16:creationId xmlns:a16="http://schemas.microsoft.com/office/drawing/2014/main" id="{6037332D-8714-C147-6E64-3654D8C57839}"/>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Tree>
    <p:extLst>
      <p:ext uri="{BB962C8B-B14F-4D97-AF65-F5344CB8AC3E}">
        <p14:creationId xmlns:p14="http://schemas.microsoft.com/office/powerpoint/2010/main" val="41575333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13663CA-BA5A-41E7-1FBE-D38846DFEF75}"/>
              </a:ext>
            </a:extLst>
          </p:cNvPr>
          <p:cNvSpPr>
            <a:spLocks noGrp="1"/>
          </p:cNvSpPr>
          <p:nvPr>
            <p:ph type="title"/>
          </p:nvPr>
        </p:nvSpPr>
        <p:spPr>
          <a:xfrm>
            <a:off x="6099079" y="690465"/>
            <a:ext cx="4518122" cy="1418253"/>
          </a:xfrm>
        </p:spPr>
        <p:txBody>
          <a:bodyPr/>
          <a:lstStyle/>
          <a:p>
            <a:r>
              <a:rPr lang="en-US"/>
              <a:t>REFERENCES</a:t>
            </a:r>
          </a:p>
        </p:txBody>
      </p:sp>
      <p:sp>
        <p:nvSpPr>
          <p:cNvPr id="11" name="Text Placeholder 10">
            <a:extLst>
              <a:ext uri="{FF2B5EF4-FFF2-40B4-BE49-F238E27FC236}">
                <a16:creationId xmlns:a16="http://schemas.microsoft.com/office/drawing/2014/main" id="{02CEC6EF-006F-693B-5D79-47FD797CB22B}"/>
              </a:ext>
            </a:extLst>
          </p:cNvPr>
          <p:cNvSpPr>
            <a:spLocks noGrp="1"/>
          </p:cNvSpPr>
          <p:nvPr>
            <p:ph type="body" sz="quarter" idx="29"/>
          </p:nvPr>
        </p:nvSpPr>
        <p:spPr>
          <a:xfrm>
            <a:off x="5001209" y="2575249"/>
            <a:ext cx="5767484" cy="3592286"/>
          </a:xfrm>
        </p:spPr>
        <p:txBody>
          <a:bodyPr/>
          <a:lstStyle/>
          <a:p>
            <a:pPr marL="285750" indent="-285750">
              <a:buFont typeface="Courier New" panose="02070309020205020404" pitchFamily="49" charset="0"/>
              <a:buChar char="o"/>
            </a:pPr>
            <a:r>
              <a:rPr lang="en-US" sz="1600" b="1"/>
              <a:t>Internal IT Support Ticket Dataset (Provided for Academic Project Use)</a:t>
            </a:r>
          </a:p>
          <a:p>
            <a:pPr marL="285750" indent="-285750">
              <a:buFont typeface="Courier New" panose="02070309020205020404" pitchFamily="49" charset="0"/>
              <a:buChar char="o"/>
            </a:pPr>
            <a:r>
              <a:rPr lang="en-US" sz="1600" b="1"/>
              <a:t>Google Sheets &amp; Excel Help Resources (Data Cleaning &amp; Visualization Techniques)</a:t>
            </a:r>
          </a:p>
          <a:p>
            <a:pPr marL="285750" indent="-285750">
              <a:buFont typeface="Courier New" panose="02070309020205020404" pitchFamily="49" charset="0"/>
              <a:buChar char="o"/>
            </a:pPr>
            <a:r>
              <a:rPr lang="en-US" sz="1600" b="1"/>
              <a:t>Classroom Notes &amp; Project Guidelines Shared by Faculty</a:t>
            </a:r>
          </a:p>
          <a:p>
            <a:pPr marL="285750" indent="-285750">
              <a:buFont typeface="Courier New" panose="02070309020205020404" pitchFamily="49" charset="0"/>
              <a:buChar char="o"/>
            </a:pPr>
            <a:r>
              <a:rPr lang="en-US" sz="1600" b="1"/>
              <a:t>Self-Analysis and Interpretation Based on Dataset Insights</a:t>
            </a:r>
          </a:p>
          <a:p>
            <a:pPr marL="285750" indent="-285750">
              <a:buFont typeface="Courier New" panose="02070309020205020404" pitchFamily="49" charset="0"/>
              <a:buChar char="o"/>
            </a:pPr>
            <a:endParaRPr lang="en-US" b="1"/>
          </a:p>
          <a:p>
            <a:endParaRPr lang="en-US"/>
          </a:p>
        </p:txBody>
      </p:sp>
    </p:spTree>
    <p:extLst>
      <p:ext uri="{BB962C8B-B14F-4D97-AF65-F5344CB8AC3E}">
        <p14:creationId xmlns:p14="http://schemas.microsoft.com/office/powerpoint/2010/main" val="329559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p:txBody>
          <a:bodyPr/>
          <a:lstStyle/>
          <a:p>
            <a:r>
              <a:rPr lang="en-US" sz="6000"/>
              <a:t>Thank you!</a:t>
            </a:r>
          </a:p>
        </p:txBody>
      </p:sp>
      <p:pic>
        <p:nvPicPr>
          <p:cNvPr id="14" name="Picture Placeholder 13" descr="People working in office">
            <a:extLst>
              <a:ext uri="{FF2B5EF4-FFF2-40B4-BE49-F238E27FC236}">
                <a16:creationId xmlns:a16="http://schemas.microsoft.com/office/drawing/2014/main" id="{496155F4-61B2-441D-9F16-788866450DA2}"/>
              </a:ext>
            </a:extLst>
          </p:cNvPr>
          <p:cNvPicPr>
            <a:picLocks noGrp="1" noChangeAspect="1"/>
          </p:cNvPicPr>
          <p:nvPr>
            <p:ph type="pic" sz="quarter" idx="49"/>
          </p:nvPr>
        </p:nvPicPr>
        <p:blipFill rotWithShape="1">
          <a:blip r:embed="rId3" cstate="screen">
            <a:extLst>
              <a:ext uri="{28A0092B-C50C-407E-A947-70E740481C1C}">
                <a14:useLocalDpi xmlns:a14="http://schemas.microsoft.com/office/drawing/2010/main"/>
              </a:ext>
            </a:extLst>
          </a:blip>
          <a:srcRect/>
          <a:stretch/>
        </p:blipFill>
        <p:spPr/>
      </p:pic>
      <p:pic>
        <p:nvPicPr>
          <p:cNvPr id="16" name="Picture Placeholder 15" descr="People in an office discussing work over a laptop&#10;">
            <a:extLst>
              <a:ext uri="{FF2B5EF4-FFF2-40B4-BE49-F238E27FC236}">
                <a16:creationId xmlns:a16="http://schemas.microsoft.com/office/drawing/2014/main" id="{BCD5762E-DD49-42B3-9CA8-46A4AD7193E2}"/>
              </a:ext>
            </a:extLst>
          </p:cNvPr>
          <p:cNvPicPr>
            <a:picLocks noGrp="1" noChangeAspect="1"/>
          </p:cNvPicPr>
          <p:nvPr>
            <p:ph type="pic" sz="quarter" idx="48"/>
          </p:nvPr>
        </p:nvPicPr>
        <p:blipFill rotWithShape="1">
          <a:blip r:embed="rId4" cstate="screen">
            <a:extLst>
              <a:ext uri="{28A0092B-C50C-407E-A947-70E740481C1C}">
                <a14:useLocalDpi xmlns:a14="http://schemas.microsoft.com/office/drawing/2010/main"/>
              </a:ext>
            </a:extLst>
          </a:blip>
          <a:srcRect/>
          <a:stretch/>
        </p:blipFill>
        <p:spPr/>
      </p:pic>
      <p:pic>
        <p:nvPicPr>
          <p:cNvPr id="18" name="Picture Placeholder 17" descr="Layout of website design sketches on white paper">
            <a:extLst>
              <a:ext uri="{FF2B5EF4-FFF2-40B4-BE49-F238E27FC236}">
                <a16:creationId xmlns:a16="http://schemas.microsoft.com/office/drawing/2014/main" id="{1051CD21-1408-4D13-BF0B-0D7013AD2D0C}"/>
              </a:ext>
            </a:extLst>
          </p:cNvPr>
          <p:cNvPicPr>
            <a:picLocks noGrp="1" noChangeAspect="1"/>
          </p:cNvPicPr>
          <p:nvPr>
            <p:ph type="pic" sz="quarter" idx="51"/>
          </p:nvPr>
        </p:nvPicPr>
        <p:blipFill rotWithShape="1">
          <a:blip r:embed="rId5" cstate="screen">
            <a:extLst>
              <a:ext uri="{28A0092B-C50C-407E-A947-70E740481C1C}">
                <a14:useLocalDpi xmlns:a14="http://schemas.microsoft.com/office/drawing/2010/main"/>
              </a:ext>
            </a:extLst>
          </a:blip>
          <a:srcRect/>
          <a:stretch/>
        </p:blipFill>
        <p:spPr/>
      </p:pic>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p:txBody>
          <a:bodyPr/>
          <a:lstStyle/>
          <a:p>
            <a:endParaRPr lang="en-US"/>
          </a:p>
          <a:p>
            <a:pPr lvl="0"/>
            <a:endParaRPr lang="en-US"/>
          </a:p>
          <a:p>
            <a:endParaRPr lang="en-US"/>
          </a:p>
        </p:txBody>
      </p:sp>
      <p:pic>
        <p:nvPicPr>
          <p:cNvPr id="28" name="Picture Placeholder 27" descr="Businesswoman reviewing sticky notes on a wall">
            <a:extLst>
              <a:ext uri="{FF2B5EF4-FFF2-40B4-BE49-F238E27FC236}">
                <a16:creationId xmlns:a16="http://schemas.microsoft.com/office/drawing/2014/main" id="{B746A775-E65C-70F6-9DB4-E51F7F2DAECE}"/>
              </a:ext>
            </a:extLst>
          </p:cNvPr>
          <p:cNvPicPr>
            <a:picLocks noGrp="1" noChangeAspect="1"/>
          </p:cNvPicPr>
          <p:nvPr>
            <p:ph type="pic" sz="quarter" idx="50"/>
          </p:nvPr>
        </p:nvPicPr>
        <p:blipFill>
          <a:blip r:embed="rId6" cstate="screen">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9">
      <a:dk1>
        <a:srgbClr val="000000"/>
      </a:dk1>
      <a:lt1>
        <a:srgbClr val="FFFFFF"/>
      </a:lt1>
      <a:dk2>
        <a:srgbClr val="0F253E"/>
      </a:dk2>
      <a:lt2>
        <a:srgbClr val="E7E6E6"/>
      </a:lt2>
      <a:accent1>
        <a:srgbClr val="4472C4"/>
      </a:accent1>
      <a:accent2>
        <a:srgbClr val="B83803"/>
      </a:accent2>
      <a:accent3>
        <a:srgbClr val="DCD3CC"/>
      </a:accent3>
      <a:accent4>
        <a:srgbClr val="F79320"/>
      </a:accent4>
      <a:accent5>
        <a:srgbClr val="44668D"/>
      </a:accent5>
      <a:accent6>
        <a:srgbClr val="0F253E"/>
      </a:accent6>
      <a:hlink>
        <a:srgbClr val="AEC0D9"/>
      </a:hlink>
      <a:folHlink>
        <a:srgbClr val="B83903"/>
      </a:folHlink>
    </a:clrScheme>
    <a:fontScheme name="Custom 10">
      <a:majorFont>
        <a:latin typeface="Posterama Text Black"/>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Hexagon Light Presentation_win32_v5" id="{045A9B2F-7300-4673-816B-F1EB3C673B2C}" vid="{27F8BD87-6984-44CA-8D4F-354B20CB0C1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839B32E-D5C8-40D6-A0D3-F8ADBF84ACF0}">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0AD9BE2-6B3D-4616-B044-300A8177DEA5}">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2.xml><?xml version="1.0" encoding="utf-8"?>
<ds:datastoreItem xmlns:ds="http://schemas.openxmlformats.org/officeDocument/2006/customXml" ds:itemID="{74CFA8B0-C7B8-4655-A378-2962C04794D3}">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5515263-A3DE-4193-B6AA-5C449C94519F}">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light</Template>
  <TotalTime>183</TotalTime>
  <Words>1226</Words>
  <Application>Microsoft Office PowerPoint</Application>
  <PresentationFormat>Widescreen</PresentationFormat>
  <Paragraphs>187</Paragraphs>
  <Slides>24</Slides>
  <Notes>21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24</vt:i4>
      </vt:variant>
    </vt:vector>
  </HeadingPairs>
  <TitlesOfParts>
    <vt:vector size="37" baseType="lpstr">
      <vt:lpstr>等线</vt:lpstr>
      <vt:lpstr>Abadi</vt:lpstr>
      <vt:lpstr>Aptos Narrow</vt:lpstr>
      <vt:lpstr>Arial</vt:lpstr>
      <vt:lpstr>Arial Black</vt:lpstr>
      <vt:lpstr>Calibri</vt:lpstr>
      <vt:lpstr>Courier New</vt:lpstr>
      <vt:lpstr>Mona Sans</vt:lpstr>
      <vt:lpstr>Posterama</vt:lpstr>
      <vt:lpstr>Posterama Text Black</vt:lpstr>
      <vt:lpstr>Posterama Text SemiBold</vt:lpstr>
      <vt:lpstr>Wingdings</vt:lpstr>
      <vt:lpstr>Custom​​</vt:lpstr>
      <vt:lpstr>SPREADSHEET PROJECT: IT SUPPORT TICKET ANALYSIS</vt:lpstr>
      <vt:lpstr>Introduction</vt:lpstr>
      <vt:lpstr>Problem Statement</vt:lpstr>
      <vt:lpstr>PowerPoint Presentation</vt:lpstr>
      <vt:lpstr>PowerPoint Presentation</vt:lpstr>
      <vt:lpstr>OBJECTIVES</vt:lpstr>
      <vt:lpstr>PowerPoint Presentation</vt:lpstr>
      <vt:lpstr>PowerPoint Presentation</vt:lpstr>
      <vt:lpstr>PowerPoint Presentation</vt:lpstr>
      <vt:lpstr>INSIGHTS FROM TASKS</vt:lpstr>
      <vt:lpstr>TICKET VOLUME TREND ANALYSIS (2016-2020)</vt:lpstr>
      <vt:lpstr>TICKET DISTRIBUTION BY REQUEST CATEGORY</vt:lpstr>
      <vt:lpstr>SATISFACTION RATE TREND OVER TIME (2016-2020)</vt:lpstr>
      <vt:lpstr>RESOLUTION TIME EFFICIENCY ANALYSIS BY REQUEST CATEGORY</vt:lpstr>
      <vt:lpstr>SEVERITY-BASED IT TICKET DISTRIBUTION ANALYSIS</vt:lpstr>
      <vt:lpstr>PERFORMANCE BY SENIORITY LEVEL OF AGENTS </vt:lpstr>
      <vt:lpstr>Recommendations </vt:lpstr>
      <vt:lpstr>Dashboard</vt:lpstr>
      <vt:lpstr>Dashboard</vt:lpstr>
      <vt:lpstr>Dashboard</vt:lpstr>
      <vt:lpstr>Dashboard</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harmanpreet kaur</dc:creator>
  <cp:lastModifiedBy>harmanpreet kaur</cp:lastModifiedBy>
  <cp:revision>2</cp:revision>
  <dcterms:created xsi:type="dcterms:W3CDTF">2026-01-05T10:59:44Z</dcterms:created>
  <dcterms:modified xsi:type="dcterms:W3CDTF">2026-04-20T16:26:37Z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